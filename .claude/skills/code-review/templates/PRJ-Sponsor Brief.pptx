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78" r:id="rId4"/>
  </p:sldMasterIdLst>
  <p:notesMasterIdLst>
    <p:notesMasterId r:id="rId14"/>
  </p:notesMasterIdLst>
  <p:sldIdLst>
    <p:sldId id="272" r:id="rId5"/>
    <p:sldId id="285" r:id="rId6"/>
    <p:sldId id="3668" r:id="rId7"/>
    <p:sldId id="3669" r:id="rId8"/>
    <p:sldId id="300" r:id="rId9"/>
    <p:sldId id="3670" r:id="rId10"/>
    <p:sldId id="293" r:id="rId11"/>
    <p:sldId id="3671" r:id="rId12"/>
    <p:sldId id="367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99" userDrawn="1">
          <p15:clr>
            <a:srgbClr val="A4A3A4"/>
          </p15:clr>
        </p15:guide>
        <p15:guide id="2" pos="37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F397D3B-2819-4F27-CDA8-C33CFAC2EE74}" name="Roshani Selvanayagam" initials="RS" userId="S::roshani.selvanayagam@mrl.com.au::69f94116-f121-4d79-aaa1-e5c8ce0a4e55" providerId="AD"/>
  <p188:author id="{2EFACA3F-99EE-485E-9854-E3FFCCE4CE17}" name="Peter Musca" initials="PM" userId="S::peter.musca@mrl.com.au::ad47436a-4751-4f18-b138-cf2e6555db71" providerId="AD"/>
  <p188:author id="{45DEBE7A-8DAD-9137-DA33-8E45F18E7CB4}" name="Michael Pascoe" initials="MP" userId="S::michael.pascoe@mrl.com.au::0c1c90ed-936a-44c2-9cf2-e6535bb112d3" providerId="AD"/>
  <p188:author id="{D9F3C395-02E6-C812-15C6-50E58B0F21FB}" name="Cole Vindevoghel" initials="CV" userId="S::cole.vindevoghel@mrl.com.au::9d4ffca0-d118-4b8d-90a9-d68267838c6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E372F"/>
    <a:srgbClr val="D8615A"/>
    <a:srgbClr val="A155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87AFDA-82AF-47A3-A1D7-AEBA9D1DC281}" v="16" dt="2026-06-22T02:51:42.2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394" y="55"/>
      </p:cViewPr>
      <p:guideLst>
        <p:guide orient="horz" pos="799"/>
        <p:guide pos="37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Pavlinovich" userId="9a9a62b5-5996-4596-85d8-0c147ac5ab4c" providerId="ADAL" clId="{79A8C479-5594-4A85-BD3F-160DC631008E}"/>
    <pc:docChg chg="undo custSel addSld delSld modSld">
      <pc:chgData name="Chris Pavlinovich" userId="9a9a62b5-5996-4596-85d8-0c147ac5ab4c" providerId="ADAL" clId="{79A8C479-5594-4A85-BD3F-160DC631008E}" dt="2026-06-22T03:45:22.519" v="331" actId="14734"/>
      <pc:docMkLst>
        <pc:docMk/>
      </pc:docMkLst>
      <pc:sldChg chg="addSp delSp modSp mod">
        <pc:chgData name="Chris Pavlinovich" userId="9a9a62b5-5996-4596-85d8-0c147ac5ab4c" providerId="ADAL" clId="{79A8C479-5594-4A85-BD3F-160DC631008E}" dt="2026-06-22T02:21:32.511" v="30" actId="478"/>
        <pc:sldMkLst>
          <pc:docMk/>
          <pc:sldMk cId="3631878462" sldId="285"/>
        </pc:sldMkLst>
        <pc:spChg chg="mod">
          <ac:chgData name="Chris Pavlinovich" userId="9a9a62b5-5996-4596-85d8-0c147ac5ab4c" providerId="ADAL" clId="{79A8C479-5594-4A85-BD3F-160DC631008E}" dt="2026-06-22T01:51:10.275" v="16" actId="21"/>
          <ac:spMkLst>
            <pc:docMk/>
            <pc:sldMk cId="3631878462" sldId="285"/>
            <ac:spMk id="2" creationId="{7E748469-ABB5-3342-B173-EEB52D88371F}"/>
          </ac:spMkLst>
        </pc:spChg>
        <pc:spChg chg="del">
          <ac:chgData name="Chris Pavlinovich" userId="9a9a62b5-5996-4596-85d8-0c147ac5ab4c" providerId="ADAL" clId="{79A8C479-5594-4A85-BD3F-160DC631008E}" dt="2026-06-22T02:20:28.115" v="17" actId="478"/>
          <ac:spMkLst>
            <pc:docMk/>
            <pc:sldMk cId="3631878462" sldId="285"/>
            <ac:spMk id="3" creationId="{2E0D9726-2DE5-DD4F-8BB9-4F07F93CEE25}"/>
          </ac:spMkLst>
        </pc:spChg>
        <pc:spChg chg="del">
          <ac:chgData name="Chris Pavlinovich" userId="9a9a62b5-5996-4596-85d8-0c147ac5ab4c" providerId="ADAL" clId="{79A8C479-5594-4A85-BD3F-160DC631008E}" dt="2026-06-22T02:21:32.511" v="30" actId="478"/>
          <ac:spMkLst>
            <pc:docMk/>
            <pc:sldMk cId="3631878462" sldId="285"/>
            <ac:spMk id="5" creationId="{F04B4038-584F-81CD-AB5F-CCFD769FFF8B}"/>
          </ac:spMkLst>
        </pc:spChg>
        <pc:spChg chg="add del mod">
          <ac:chgData name="Chris Pavlinovich" userId="9a9a62b5-5996-4596-85d8-0c147ac5ab4c" providerId="ADAL" clId="{79A8C479-5594-4A85-BD3F-160DC631008E}" dt="2026-06-22T02:20:30.511" v="18" actId="478"/>
          <ac:spMkLst>
            <pc:docMk/>
            <pc:sldMk cId="3631878462" sldId="285"/>
            <ac:spMk id="6" creationId="{100605AA-314F-E240-8CC7-6033F988FFF9}"/>
          </ac:spMkLst>
        </pc:spChg>
        <pc:spChg chg="add mod">
          <ac:chgData name="Chris Pavlinovich" userId="9a9a62b5-5996-4596-85d8-0c147ac5ab4c" providerId="ADAL" clId="{79A8C479-5594-4A85-BD3F-160DC631008E}" dt="2026-06-22T02:21:16.177" v="29" actId="20577"/>
          <ac:spMkLst>
            <pc:docMk/>
            <pc:sldMk cId="3631878462" sldId="285"/>
            <ac:spMk id="8" creationId="{39A79543-4308-8D68-44B9-3DB7BF448B71}"/>
          </ac:spMkLst>
        </pc:spChg>
      </pc:sldChg>
      <pc:sldChg chg="del">
        <pc:chgData name="Chris Pavlinovich" userId="9a9a62b5-5996-4596-85d8-0c147ac5ab4c" providerId="ADAL" clId="{79A8C479-5594-4A85-BD3F-160DC631008E}" dt="2026-06-22T01:47:11.143" v="14" actId="47"/>
        <pc:sldMkLst>
          <pc:docMk/>
          <pc:sldMk cId="1756385572" sldId="291"/>
        </pc:sldMkLst>
      </pc:sldChg>
      <pc:sldChg chg="addSp delSp modSp mod">
        <pc:chgData name="Chris Pavlinovich" userId="9a9a62b5-5996-4596-85d8-0c147ac5ab4c" providerId="ADAL" clId="{79A8C479-5594-4A85-BD3F-160DC631008E}" dt="2026-06-22T03:45:22.519" v="331" actId="14734"/>
        <pc:sldMkLst>
          <pc:docMk/>
          <pc:sldMk cId="3300051750" sldId="293"/>
        </pc:sldMkLst>
        <pc:spChg chg="mod">
          <ac:chgData name="Chris Pavlinovich" userId="9a9a62b5-5996-4596-85d8-0c147ac5ab4c" providerId="ADAL" clId="{79A8C479-5594-4A85-BD3F-160DC631008E}" dt="2026-06-22T01:45:02.640" v="3" actId="20577"/>
          <ac:spMkLst>
            <pc:docMk/>
            <pc:sldMk cId="3300051750" sldId="293"/>
            <ac:spMk id="2" creationId="{7E748469-ABB5-3342-B173-EEB52D88371F}"/>
          </ac:spMkLst>
        </pc:spChg>
        <pc:spChg chg="del">
          <ac:chgData name="Chris Pavlinovich" userId="9a9a62b5-5996-4596-85d8-0c147ac5ab4c" providerId="ADAL" clId="{79A8C479-5594-4A85-BD3F-160DC631008E}" dt="2026-06-22T02:22:31.767" v="37" actId="478"/>
          <ac:spMkLst>
            <pc:docMk/>
            <pc:sldMk cId="3300051750" sldId="293"/>
            <ac:spMk id="3" creationId="{EC6E6F9B-FB52-992D-2BE1-2BE6F061B8CF}"/>
          </ac:spMkLst>
        </pc:spChg>
        <pc:spChg chg="add del">
          <ac:chgData name="Chris Pavlinovich" userId="9a9a62b5-5996-4596-85d8-0c147ac5ab4c" providerId="ADAL" clId="{79A8C479-5594-4A85-BD3F-160DC631008E}" dt="2026-06-22T02:57:05.149" v="315" actId="478"/>
          <ac:spMkLst>
            <pc:docMk/>
            <pc:sldMk cId="3300051750" sldId="293"/>
            <ac:spMk id="5" creationId="{E27A4D06-7DF6-AAE9-6CD5-DD44ED3C9643}"/>
          </ac:spMkLst>
        </pc:spChg>
        <pc:spChg chg="add del">
          <ac:chgData name="Chris Pavlinovich" userId="9a9a62b5-5996-4596-85d8-0c147ac5ab4c" providerId="ADAL" clId="{79A8C479-5594-4A85-BD3F-160DC631008E}" dt="2026-06-22T02:55:45.969" v="313" actId="22"/>
          <ac:spMkLst>
            <pc:docMk/>
            <pc:sldMk cId="3300051750" sldId="293"/>
            <ac:spMk id="7" creationId="{0B0DEAD6-BA5C-B56A-DCF2-DB0AAA552102}"/>
          </ac:spMkLst>
        </pc:spChg>
        <pc:graphicFrameChg chg="del">
          <ac:chgData name="Chris Pavlinovich" userId="9a9a62b5-5996-4596-85d8-0c147ac5ab4c" providerId="ADAL" clId="{79A8C479-5594-4A85-BD3F-160DC631008E}" dt="2026-06-22T01:45:08.249" v="4" actId="478"/>
          <ac:graphicFrameMkLst>
            <pc:docMk/>
            <pc:sldMk cId="3300051750" sldId="293"/>
            <ac:graphicFrameMk id="5" creationId="{01274282-CD83-27E0-84CA-05EC3405D268}"/>
          </ac:graphicFrameMkLst>
        </pc:graphicFrameChg>
        <pc:graphicFrameChg chg="del">
          <ac:chgData name="Chris Pavlinovich" userId="9a9a62b5-5996-4596-85d8-0c147ac5ab4c" providerId="ADAL" clId="{79A8C479-5594-4A85-BD3F-160DC631008E}" dt="2026-06-22T01:45:10.465" v="5" actId="478"/>
          <ac:graphicFrameMkLst>
            <pc:docMk/>
            <pc:sldMk cId="3300051750" sldId="293"/>
            <ac:graphicFrameMk id="7" creationId="{EEF24F08-7010-D62E-D79D-ECBF83B9B520}"/>
          </ac:graphicFrameMkLst>
        </pc:graphicFrameChg>
        <pc:graphicFrameChg chg="mod modGraphic">
          <ac:chgData name="Chris Pavlinovich" userId="9a9a62b5-5996-4596-85d8-0c147ac5ab4c" providerId="ADAL" clId="{79A8C479-5594-4A85-BD3F-160DC631008E}" dt="2026-06-22T03:45:22.519" v="331" actId="14734"/>
          <ac:graphicFrameMkLst>
            <pc:docMk/>
            <pc:sldMk cId="3300051750" sldId="293"/>
            <ac:graphicFrameMk id="8" creationId="{095934E6-E823-65CF-D7A7-B02FC3506990}"/>
          </ac:graphicFrameMkLst>
        </pc:graphicFrameChg>
      </pc:sldChg>
      <pc:sldChg chg="addSp delSp modSp mod">
        <pc:chgData name="Chris Pavlinovich" userId="9a9a62b5-5996-4596-85d8-0c147ac5ab4c" providerId="ADAL" clId="{79A8C479-5594-4A85-BD3F-160DC631008E}" dt="2026-06-22T02:58:22.338" v="319" actId="2710"/>
        <pc:sldMkLst>
          <pc:docMk/>
          <pc:sldMk cId="1694207720" sldId="300"/>
        </pc:sldMkLst>
        <pc:spChg chg="add del mod">
          <ac:chgData name="Chris Pavlinovich" userId="9a9a62b5-5996-4596-85d8-0c147ac5ab4c" providerId="ADAL" clId="{79A8C479-5594-4A85-BD3F-160DC631008E}" dt="2026-06-22T02:58:22.338" v="319" actId="2710"/>
          <ac:spMkLst>
            <pc:docMk/>
            <pc:sldMk cId="1694207720" sldId="300"/>
            <ac:spMk id="3" creationId="{21F02DA5-4A63-675A-F2DA-AEA37FAD45A3}"/>
          </ac:spMkLst>
        </pc:spChg>
        <pc:spChg chg="del">
          <ac:chgData name="Chris Pavlinovich" userId="9a9a62b5-5996-4596-85d8-0c147ac5ab4c" providerId="ADAL" clId="{79A8C479-5594-4A85-BD3F-160DC631008E}" dt="2026-06-22T02:21:53.171" v="33" actId="478"/>
          <ac:spMkLst>
            <pc:docMk/>
            <pc:sldMk cId="1694207720" sldId="300"/>
            <ac:spMk id="4" creationId="{5F44B972-C44B-6EDA-6981-71911AEC6199}"/>
          </ac:spMkLst>
        </pc:spChg>
        <pc:spChg chg="mod">
          <ac:chgData name="Chris Pavlinovich" userId="9a9a62b5-5996-4596-85d8-0c147ac5ab4c" providerId="ADAL" clId="{79A8C479-5594-4A85-BD3F-160DC631008E}" dt="2026-06-22T02:58:14.821" v="318" actId="2710"/>
          <ac:spMkLst>
            <pc:docMk/>
            <pc:sldMk cId="1694207720" sldId="300"/>
            <ac:spMk id="6" creationId="{CDB45A7B-BE98-7503-7E1A-4F91AF84AD66}"/>
          </ac:spMkLst>
        </pc:spChg>
        <pc:spChg chg="add del mod">
          <ac:chgData name="Chris Pavlinovich" userId="9a9a62b5-5996-4596-85d8-0c147ac5ab4c" providerId="ADAL" clId="{79A8C479-5594-4A85-BD3F-160DC631008E}" dt="2026-06-22T02:37:07.676" v="57" actId="478"/>
          <ac:spMkLst>
            <pc:docMk/>
            <pc:sldMk cId="1694207720" sldId="300"/>
            <ac:spMk id="7" creationId="{167F04C1-CB10-13E3-C401-4013ADA6D7C5}"/>
          </ac:spMkLst>
        </pc:spChg>
      </pc:sldChg>
      <pc:sldChg chg="del">
        <pc:chgData name="Chris Pavlinovich" userId="9a9a62b5-5996-4596-85d8-0c147ac5ab4c" providerId="ADAL" clId="{79A8C479-5594-4A85-BD3F-160DC631008E}" dt="2026-06-22T01:44:38.519" v="0" actId="2696"/>
        <pc:sldMkLst>
          <pc:docMk/>
          <pc:sldMk cId="1700371273" sldId="3667"/>
        </pc:sldMkLst>
      </pc:sldChg>
      <pc:sldChg chg="addSp delSp modSp mod">
        <pc:chgData name="Chris Pavlinovich" userId="9a9a62b5-5996-4596-85d8-0c147ac5ab4c" providerId="ADAL" clId="{79A8C479-5594-4A85-BD3F-160DC631008E}" dt="2026-06-22T02:35:46.159" v="46" actId="20577"/>
        <pc:sldMkLst>
          <pc:docMk/>
          <pc:sldMk cId="305650755" sldId="3668"/>
        </pc:sldMkLst>
        <pc:spChg chg="del">
          <ac:chgData name="Chris Pavlinovich" userId="9a9a62b5-5996-4596-85d8-0c147ac5ab4c" providerId="ADAL" clId="{79A8C479-5594-4A85-BD3F-160DC631008E}" dt="2026-06-22T02:34:13.307" v="38" actId="478"/>
          <ac:spMkLst>
            <pc:docMk/>
            <pc:sldMk cId="305650755" sldId="3668"/>
            <ac:spMk id="3" creationId="{2E0D9726-2DE5-DD4F-8BB9-4F07F93CEE25}"/>
          </ac:spMkLst>
        </pc:spChg>
        <pc:spChg chg="add del mod">
          <ac:chgData name="Chris Pavlinovich" userId="9a9a62b5-5996-4596-85d8-0c147ac5ab4c" providerId="ADAL" clId="{79A8C479-5594-4A85-BD3F-160DC631008E}" dt="2026-06-22T02:34:43.507" v="39" actId="478"/>
          <ac:spMkLst>
            <pc:docMk/>
            <pc:sldMk cId="305650755" sldId="3668"/>
            <ac:spMk id="5" creationId="{39FDD0B6-0B8E-2F58-BBE8-BCF706EC446B}"/>
          </ac:spMkLst>
        </pc:spChg>
        <pc:spChg chg="del">
          <ac:chgData name="Chris Pavlinovich" userId="9a9a62b5-5996-4596-85d8-0c147ac5ab4c" providerId="ADAL" clId="{79A8C479-5594-4A85-BD3F-160DC631008E}" dt="2026-06-22T02:21:38.764" v="31" actId="478"/>
          <ac:spMkLst>
            <pc:docMk/>
            <pc:sldMk cId="305650755" sldId="3668"/>
            <ac:spMk id="5" creationId="{F04B4038-584F-81CD-AB5F-CCFD769FFF8B}"/>
          </ac:spMkLst>
        </pc:spChg>
        <pc:spChg chg="add mod">
          <ac:chgData name="Chris Pavlinovich" userId="9a9a62b5-5996-4596-85d8-0c147ac5ab4c" providerId="ADAL" clId="{79A8C479-5594-4A85-BD3F-160DC631008E}" dt="2026-06-22T02:35:46.159" v="46" actId="20577"/>
          <ac:spMkLst>
            <pc:docMk/>
            <pc:sldMk cId="305650755" sldId="3668"/>
            <ac:spMk id="6" creationId="{5EF8B253-9AAA-FE08-1EE7-63A28388F15B}"/>
          </ac:spMkLst>
        </pc:spChg>
      </pc:sldChg>
      <pc:sldChg chg="addSp delSp modSp mod">
        <pc:chgData name="Chris Pavlinovich" userId="9a9a62b5-5996-4596-85d8-0c147ac5ab4c" providerId="ADAL" clId="{79A8C479-5594-4A85-BD3F-160DC631008E}" dt="2026-06-22T02:36:39.700" v="53" actId="20577"/>
        <pc:sldMkLst>
          <pc:docMk/>
          <pc:sldMk cId="2689087596" sldId="3669"/>
        </pc:sldMkLst>
        <pc:spChg chg="del">
          <ac:chgData name="Chris Pavlinovich" userId="9a9a62b5-5996-4596-85d8-0c147ac5ab4c" providerId="ADAL" clId="{79A8C479-5594-4A85-BD3F-160DC631008E}" dt="2026-06-22T02:36:00.474" v="47" actId="478"/>
          <ac:spMkLst>
            <pc:docMk/>
            <pc:sldMk cId="2689087596" sldId="3669"/>
            <ac:spMk id="3" creationId="{2E0D9726-2DE5-DD4F-8BB9-4F07F93CEE25}"/>
          </ac:spMkLst>
        </pc:spChg>
        <pc:spChg chg="add del mod">
          <ac:chgData name="Chris Pavlinovich" userId="9a9a62b5-5996-4596-85d8-0c147ac5ab4c" providerId="ADAL" clId="{79A8C479-5594-4A85-BD3F-160DC631008E}" dt="2026-06-22T02:36:04.959" v="48" actId="478"/>
          <ac:spMkLst>
            <pc:docMk/>
            <pc:sldMk cId="2689087596" sldId="3669"/>
            <ac:spMk id="5" creationId="{58E5E285-7A60-F586-5FDF-AF15284AF49C}"/>
          </ac:spMkLst>
        </pc:spChg>
        <pc:spChg chg="del">
          <ac:chgData name="Chris Pavlinovich" userId="9a9a62b5-5996-4596-85d8-0c147ac5ab4c" providerId="ADAL" clId="{79A8C479-5594-4A85-BD3F-160DC631008E}" dt="2026-06-22T02:21:45.677" v="32" actId="478"/>
          <ac:spMkLst>
            <pc:docMk/>
            <pc:sldMk cId="2689087596" sldId="3669"/>
            <ac:spMk id="5" creationId="{F04B4038-584F-81CD-AB5F-CCFD769FFF8B}"/>
          </ac:spMkLst>
        </pc:spChg>
        <pc:spChg chg="add mod">
          <ac:chgData name="Chris Pavlinovich" userId="9a9a62b5-5996-4596-85d8-0c147ac5ab4c" providerId="ADAL" clId="{79A8C479-5594-4A85-BD3F-160DC631008E}" dt="2026-06-22T02:36:39.700" v="53" actId="20577"/>
          <ac:spMkLst>
            <pc:docMk/>
            <pc:sldMk cId="2689087596" sldId="3669"/>
            <ac:spMk id="6" creationId="{01BDD19F-C9EF-F361-65DE-5F30E27113A1}"/>
          </ac:spMkLst>
        </pc:spChg>
      </pc:sldChg>
      <pc:sldChg chg="addSp delSp modSp mod">
        <pc:chgData name="Chris Pavlinovich" userId="9a9a62b5-5996-4596-85d8-0c147ac5ab4c" providerId="ADAL" clId="{79A8C479-5594-4A85-BD3F-160DC631008E}" dt="2026-06-22T02:45:31.349" v="183" actId="113"/>
        <pc:sldMkLst>
          <pc:docMk/>
          <pc:sldMk cId="4020006647" sldId="3670"/>
        </pc:sldMkLst>
        <pc:spChg chg="del mod">
          <ac:chgData name="Chris Pavlinovich" userId="9a9a62b5-5996-4596-85d8-0c147ac5ab4c" providerId="ADAL" clId="{79A8C479-5594-4A85-BD3F-160DC631008E}" dt="2026-06-22T02:40:14.935" v="101" actId="478"/>
          <ac:spMkLst>
            <pc:docMk/>
            <pc:sldMk cId="4020006647" sldId="3670"/>
            <ac:spMk id="3" creationId="{2E0D9726-2DE5-DD4F-8BB9-4F07F93CEE25}"/>
          </ac:spMkLst>
        </pc:spChg>
        <pc:spChg chg="add del mod">
          <ac:chgData name="Chris Pavlinovich" userId="9a9a62b5-5996-4596-85d8-0c147ac5ab4c" providerId="ADAL" clId="{79A8C479-5594-4A85-BD3F-160DC631008E}" dt="2026-06-22T02:40:19.040" v="102" actId="478"/>
          <ac:spMkLst>
            <pc:docMk/>
            <pc:sldMk cId="4020006647" sldId="3670"/>
            <ac:spMk id="5" creationId="{A7E662FF-13F0-FBD6-3D63-5BD6B00C0323}"/>
          </ac:spMkLst>
        </pc:spChg>
        <pc:spChg chg="del">
          <ac:chgData name="Chris Pavlinovich" userId="9a9a62b5-5996-4596-85d8-0c147ac5ab4c" providerId="ADAL" clId="{79A8C479-5594-4A85-BD3F-160DC631008E}" dt="2026-06-22T02:22:01.594" v="34" actId="478"/>
          <ac:spMkLst>
            <pc:docMk/>
            <pc:sldMk cId="4020006647" sldId="3670"/>
            <ac:spMk id="5" creationId="{F04B4038-584F-81CD-AB5F-CCFD769FFF8B}"/>
          </ac:spMkLst>
        </pc:spChg>
        <pc:spChg chg="add mod">
          <ac:chgData name="Chris Pavlinovich" userId="9a9a62b5-5996-4596-85d8-0c147ac5ab4c" providerId="ADAL" clId="{79A8C479-5594-4A85-BD3F-160DC631008E}" dt="2026-06-22T02:45:31.349" v="183" actId="113"/>
          <ac:spMkLst>
            <pc:docMk/>
            <pc:sldMk cId="4020006647" sldId="3670"/>
            <ac:spMk id="6" creationId="{BDF56D42-2B01-C24B-E0E0-7C01F8509242}"/>
          </ac:spMkLst>
        </pc:spChg>
      </pc:sldChg>
      <pc:sldChg chg="addSp delSp modSp add mod">
        <pc:chgData name="Chris Pavlinovich" userId="9a9a62b5-5996-4596-85d8-0c147ac5ab4c" providerId="ADAL" clId="{79A8C479-5594-4A85-BD3F-160DC631008E}" dt="2026-06-22T02:55:04.137" v="310" actId="113"/>
        <pc:sldMkLst>
          <pc:docMk/>
          <pc:sldMk cId="3639955807" sldId="3671"/>
        </pc:sldMkLst>
        <pc:spChg chg="mod">
          <ac:chgData name="Chris Pavlinovich" userId="9a9a62b5-5996-4596-85d8-0c147ac5ab4c" providerId="ADAL" clId="{79A8C479-5594-4A85-BD3F-160DC631008E}" dt="2026-06-22T01:45:20.433" v="7" actId="6549"/>
          <ac:spMkLst>
            <pc:docMk/>
            <pc:sldMk cId="3639955807" sldId="3671"/>
            <ac:spMk id="2" creationId="{1F55B25A-8220-7C00-8AFF-B2D1DED6DEA1}"/>
          </ac:spMkLst>
        </pc:spChg>
        <pc:spChg chg="del">
          <ac:chgData name="Chris Pavlinovich" userId="9a9a62b5-5996-4596-85d8-0c147ac5ab4c" providerId="ADAL" clId="{79A8C479-5594-4A85-BD3F-160DC631008E}" dt="2026-06-22T02:22:23.660" v="36" actId="478"/>
          <ac:spMkLst>
            <pc:docMk/>
            <pc:sldMk cId="3639955807" sldId="3671"/>
            <ac:spMk id="3" creationId="{42A420A7-8232-9559-7F7A-E26B11E1D117}"/>
          </ac:spMkLst>
        </pc:spChg>
        <pc:spChg chg="add mod">
          <ac:chgData name="Chris Pavlinovich" userId="9a9a62b5-5996-4596-85d8-0c147ac5ab4c" providerId="ADAL" clId="{79A8C479-5594-4A85-BD3F-160DC631008E}" dt="2026-06-22T02:55:04.137" v="310" actId="113"/>
          <ac:spMkLst>
            <pc:docMk/>
            <pc:sldMk cId="3639955807" sldId="3671"/>
            <ac:spMk id="3" creationId="{5B964B81-5724-7D25-162E-440E723A01D9}"/>
          </ac:spMkLst>
        </pc:spChg>
        <pc:graphicFrameChg chg="del mod modGraphic">
          <ac:chgData name="Chris Pavlinovich" userId="9a9a62b5-5996-4596-85d8-0c147ac5ab4c" providerId="ADAL" clId="{79A8C479-5594-4A85-BD3F-160DC631008E}" dt="2026-06-22T02:47:40.842" v="215" actId="478"/>
          <ac:graphicFrameMkLst>
            <pc:docMk/>
            <pc:sldMk cId="3639955807" sldId="3671"/>
            <ac:graphicFrameMk id="5" creationId="{2980540D-B378-40D9-0E1B-5609FBEF418D}"/>
          </ac:graphicFrameMkLst>
        </pc:graphicFrameChg>
        <pc:graphicFrameChg chg="del">
          <ac:chgData name="Chris Pavlinovich" userId="9a9a62b5-5996-4596-85d8-0c147ac5ab4c" providerId="ADAL" clId="{79A8C479-5594-4A85-BD3F-160DC631008E}" dt="2026-06-22T01:46:26.199" v="12" actId="478"/>
          <ac:graphicFrameMkLst>
            <pc:docMk/>
            <pc:sldMk cId="3639955807" sldId="3671"/>
            <ac:graphicFrameMk id="7" creationId="{BF17A271-1541-9E8B-63C4-0484326E52E1}"/>
          </ac:graphicFrameMkLst>
        </pc:graphicFrameChg>
        <pc:graphicFrameChg chg="del">
          <ac:chgData name="Chris Pavlinovich" userId="9a9a62b5-5996-4596-85d8-0c147ac5ab4c" providerId="ADAL" clId="{79A8C479-5594-4A85-BD3F-160DC631008E}" dt="2026-06-22T01:46:20.588" v="11" actId="478"/>
          <ac:graphicFrameMkLst>
            <pc:docMk/>
            <pc:sldMk cId="3639955807" sldId="3671"/>
            <ac:graphicFrameMk id="8" creationId="{251DFFC7-A842-2CE5-BBBA-3942F4F06BB9}"/>
          </ac:graphicFrameMkLst>
        </pc:graphicFrameChg>
      </pc:sldChg>
      <pc:sldChg chg="addSp delSp modSp add mod">
        <pc:chgData name="Chris Pavlinovich" userId="9a9a62b5-5996-4596-85d8-0c147ac5ab4c" providerId="ADAL" clId="{79A8C479-5594-4A85-BD3F-160DC631008E}" dt="2026-06-22T02:54:22.632" v="303" actId="20577"/>
        <pc:sldMkLst>
          <pc:docMk/>
          <pc:sldMk cId="1854433194" sldId="3672"/>
        </pc:sldMkLst>
        <pc:spChg chg="mod">
          <ac:chgData name="Chris Pavlinovich" userId="9a9a62b5-5996-4596-85d8-0c147ac5ab4c" providerId="ADAL" clId="{79A8C479-5594-4A85-BD3F-160DC631008E}" dt="2026-06-22T02:47:51.806" v="217" actId="20577"/>
          <ac:spMkLst>
            <pc:docMk/>
            <pc:sldMk cId="1854433194" sldId="3672"/>
            <ac:spMk id="2" creationId="{E6085265-FC4A-DFD8-4ECC-8CABB0EA2AD9}"/>
          </ac:spMkLst>
        </pc:spChg>
        <pc:spChg chg="add mod">
          <ac:chgData name="Chris Pavlinovich" userId="9a9a62b5-5996-4596-85d8-0c147ac5ab4c" providerId="ADAL" clId="{79A8C479-5594-4A85-BD3F-160DC631008E}" dt="2026-06-22T02:54:22.632" v="303" actId="20577"/>
          <ac:spMkLst>
            <pc:docMk/>
            <pc:sldMk cId="1854433194" sldId="3672"/>
            <ac:spMk id="3" creationId="{69027C4C-647A-775A-6585-AB3492B00AAC}"/>
          </ac:spMkLst>
        </pc:spChg>
        <pc:spChg chg="del">
          <ac:chgData name="Chris Pavlinovich" userId="9a9a62b5-5996-4596-85d8-0c147ac5ab4c" providerId="ADAL" clId="{79A8C479-5594-4A85-BD3F-160DC631008E}" dt="2026-06-22T02:22:18.483" v="35" actId="478"/>
          <ac:spMkLst>
            <pc:docMk/>
            <pc:sldMk cId="1854433194" sldId="3672"/>
            <ac:spMk id="3" creationId="{D782CBEC-4989-533C-7556-6918ADE937D0}"/>
          </ac:spMkLst>
        </pc:spChg>
        <pc:spChg chg="add mod">
          <ac:chgData name="Chris Pavlinovich" userId="9a9a62b5-5996-4596-85d8-0c147ac5ab4c" providerId="ADAL" clId="{79A8C479-5594-4A85-BD3F-160DC631008E}" dt="2026-06-22T02:48:11.989" v="220"/>
          <ac:spMkLst>
            <pc:docMk/>
            <pc:sldMk cId="1854433194" sldId="3672"/>
            <ac:spMk id="5" creationId="{036F7C2F-AB6F-AFED-BE7F-9789A073C30B}"/>
          </ac:spMkLst>
        </pc:spChg>
        <pc:graphicFrameChg chg="del">
          <ac:chgData name="Chris Pavlinovich" userId="9a9a62b5-5996-4596-85d8-0c147ac5ab4c" providerId="ADAL" clId="{79A8C479-5594-4A85-BD3F-160DC631008E}" dt="2026-06-22T01:46:09.735" v="9" actId="478"/>
          <ac:graphicFrameMkLst>
            <pc:docMk/>
            <pc:sldMk cId="1854433194" sldId="3672"/>
            <ac:graphicFrameMk id="5" creationId="{D2B51567-7C96-3C71-E2E7-8B8A20215AE3}"/>
          </ac:graphicFrameMkLst>
        </pc:graphicFrameChg>
        <pc:graphicFrameChg chg="del mod">
          <ac:chgData name="Chris Pavlinovich" userId="9a9a62b5-5996-4596-85d8-0c147ac5ab4c" providerId="ADAL" clId="{79A8C479-5594-4A85-BD3F-160DC631008E}" dt="2026-06-22T02:47:46.722" v="216" actId="478"/>
          <ac:graphicFrameMkLst>
            <pc:docMk/>
            <pc:sldMk cId="1854433194" sldId="3672"/>
            <ac:graphicFrameMk id="7" creationId="{DF5CBAED-9C8F-5421-E2C8-DF3CDCB9FB05}"/>
          </ac:graphicFrameMkLst>
        </pc:graphicFrameChg>
        <pc:graphicFrameChg chg="del">
          <ac:chgData name="Chris Pavlinovich" userId="9a9a62b5-5996-4596-85d8-0c147ac5ab4c" providerId="ADAL" clId="{79A8C479-5594-4A85-BD3F-160DC631008E}" dt="2026-06-22T01:46:04.525" v="8" actId="478"/>
          <ac:graphicFrameMkLst>
            <pc:docMk/>
            <pc:sldMk cId="1854433194" sldId="3672"/>
            <ac:graphicFrameMk id="8" creationId="{A44AD3D0-F59F-37E3-2764-23E80E2C8B71}"/>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74376D-74B9-6547-AA3E-A7DC2BEFB314}" type="datetimeFigureOut">
              <a:rPr lang="en-US" smtClean="0"/>
              <a:t>6/22/2026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128553-142E-6347-8609-974AC43432CA}" type="slidenum">
              <a:rPr lang="en-US" smtClean="0"/>
              <a:t>‹#›</a:t>
            </a:fld>
            <a:endParaRPr lang="en-US"/>
          </a:p>
        </p:txBody>
      </p:sp>
    </p:spTree>
    <p:extLst>
      <p:ext uri="{BB962C8B-B14F-4D97-AF65-F5344CB8AC3E}">
        <p14:creationId xmlns:p14="http://schemas.microsoft.com/office/powerpoint/2010/main" val="1007960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Please remove all blue text once you have entered your data.</a:t>
            </a:r>
          </a:p>
        </p:txBody>
      </p:sp>
      <p:sp>
        <p:nvSpPr>
          <p:cNvPr id="4" name="Slide Number Placeholder 3"/>
          <p:cNvSpPr>
            <a:spLocks noGrp="1"/>
          </p:cNvSpPr>
          <p:nvPr>
            <p:ph type="sldNum" sz="quarter" idx="5"/>
          </p:nvPr>
        </p:nvSpPr>
        <p:spPr/>
        <p:txBody>
          <a:bodyPr/>
          <a:lstStyle/>
          <a:p>
            <a:fld id="{98128553-142E-6347-8609-974AC43432CA}" type="slidenum">
              <a:rPr lang="en-US" smtClean="0"/>
              <a:t>2</a:t>
            </a:fld>
            <a:endParaRPr lang="en-US"/>
          </a:p>
        </p:txBody>
      </p:sp>
    </p:spTree>
    <p:extLst>
      <p:ext uri="{BB962C8B-B14F-4D97-AF65-F5344CB8AC3E}">
        <p14:creationId xmlns:p14="http://schemas.microsoft.com/office/powerpoint/2010/main" val="3999333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Please remove all blue text once you have entered your data.</a:t>
            </a:r>
          </a:p>
        </p:txBody>
      </p:sp>
      <p:sp>
        <p:nvSpPr>
          <p:cNvPr id="4" name="Slide Number Placeholder 3"/>
          <p:cNvSpPr>
            <a:spLocks noGrp="1"/>
          </p:cNvSpPr>
          <p:nvPr>
            <p:ph type="sldNum" sz="quarter" idx="5"/>
          </p:nvPr>
        </p:nvSpPr>
        <p:spPr/>
        <p:txBody>
          <a:bodyPr/>
          <a:lstStyle/>
          <a:p>
            <a:fld id="{98128553-142E-6347-8609-974AC43432CA}" type="slidenum">
              <a:rPr lang="en-US" smtClean="0"/>
              <a:t>3</a:t>
            </a:fld>
            <a:endParaRPr lang="en-US"/>
          </a:p>
        </p:txBody>
      </p:sp>
    </p:spTree>
    <p:extLst>
      <p:ext uri="{BB962C8B-B14F-4D97-AF65-F5344CB8AC3E}">
        <p14:creationId xmlns:p14="http://schemas.microsoft.com/office/powerpoint/2010/main" val="3152392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Please remove all blue text once you have entered your data.</a:t>
            </a:r>
          </a:p>
        </p:txBody>
      </p:sp>
      <p:sp>
        <p:nvSpPr>
          <p:cNvPr id="4" name="Slide Number Placeholder 3"/>
          <p:cNvSpPr>
            <a:spLocks noGrp="1"/>
          </p:cNvSpPr>
          <p:nvPr>
            <p:ph type="sldNum" sz="quarter" idx="5"/>
          </p:nvPr>
        </p:nvSpPr>
        <p:spPr/>
        <p:txBody>
          <a:bodyPr/>
          <a:lstStyle/>
          <a:p>
            <a:fld id="{98128553-142E-6347-8609-974AC43432CA}" type="slidenum">
              <a:rPr lang="en-US" smtClean="0"/>
              <a:t>4</a:t>
            </a:fld>
            <a:endParaRPr lang="en-US"/>
          </a:p>
        </p:txBody>
      </p:sp>
    </p:spTree>
    <p:extLst>
      <p:ext uri="{BB962C8B-B14F-4D97-AF65-F5344CB8AC3E}">
        <p14:creationId xmlns:p14="http://schemas.microsoft.com/office/powerpoint/2010/main" val="4045813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Please remove all blue text once you have entered your data.</a:t>
            </a:r>
          </a:p>
        </p:txBody>
      </p:sp>
      <p:sp>
        <p:nvSpPr>
          <p:cNvPr id="4" name="Slide Number Placeholder 3"/>
          <p:cNvSpPr>
            <a:spLocks noGrp="1"/>
          </p:cNvSpPr>
          <p:nvPr>
            <p:ph type="sldNum" sz="quarter" idx="5"/>
          </p:nvPr>
        </p:nvSpPr>
        <p:spPr/>
        <p:txBody>
          <a:bodyPr/>
          <a:lstStyle/>
          <a:p>
            <a:fld id="{98128553-142E-6347-8609-974AC43432CA}" type="slidenum">
              <a:rPr lang="en-US" smtClean="0"/>
              <a:t>6</a:t>
            </a:fld>
            <a:endParaRPr lang="en-US"/>
          </a:p>
        </p:txBody>
      </p:sp>
    </p:spTree>
    <p:extLst>
      <p:ext uri="{BB962C8B-B14F-4D97-AF65-F5344CB8AC3E}">
        <p14:creationId xmlns:p14="http://schemas.microsoft.com/office/powerpoint/2010/main" val="4183168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AC631B3-EE41-D84E-AF1E-7777E46534AD}"/>
              </a:ext>
            </a:extLst>
          </p:cNvPr>
          <p:cNvSpPr>
            <a:spLocks noGrp="1"/>
          </p:cNvSpPr>
          <p:nvPr>
            <p:ph type="pic" sz="quarter" idx="13"/>
          </p:nvPr>
        </p:nvSpPr>
        <p:spPr>
          <a:xfrm>
            <a:off x="0" y="1"/>
            <a:ext cx="12192000" cy="6856413"/>
          </a:xfrm>
          <a:solidFill>
            <a:schemeClr val="accent2"/>
          </a:solidFill>
        </p:spPr>
        <p:txBody>
          <a:bodyPr/>
          <a:lstStyle/>
          <a:p>
            <a:endParaRPr lang="en-US"/>
          </a:p>
        </p:txBody>
      </p:sp>
      <p:sp>
        <p:nvSpPr>
          <p:cNvPr id="2" name="Title 1">
            <a:extLst>
              <a:ext uri="{FF2B5EF4-FFF2-40B4-BE49-F238E27FC236}">
                <a16:creationId xmlns:a16="http://schemas.microsoft.com/office/drawing/2014/main" id="{E0C0E634-5991-8B42-940D-03E0FDAA5120}"/>
              </a:ext>
            </a:extLst>
          </p:cNvPr>
          <p:cNvSpPr>
            <a:spLocks noGrp="1"/>
          </p:cNvSpPr>
          <p:nvPr>
            <p:ph type="ctrTitle"/>
          </p:nvPr>
        </p:nvSpPr>
        <p:spPr>
          <a:xfrm>
            <a:off x="623888" y="3150000"/>
            <a:ext cx="5338923" cy="1655762"/>
          </a:xfrm>
        </p:spPr>
        <p:txBody>
          <a:bodyPr anchor="t" anchorCtr="0">
            <a:noAutofit/>
          </a:bodyPr>
          <a:lstStyle>
            <a:lvl1pPr algn="r">
              <a:lnSpc>
                <a:spcPts val="4500"/>
              </a:lnSpc>
              <a:defRPr sz="4400" b="1"/>
            </a:lvl1pPr>
          </a:lstStyle>
          <a:p>
            <a:r>
              <a:rPr lang="en-GB"/>
              <a:t>Click to edit Master title style</a:t>
            </a:r>
            <a:endParaRPr lang="en-US"/>
          </a:p>
        </p:txBody>
      </p:sp>
      <p:sp>
        <p:nvSpPr>
          <p:cNvPr id="3" name="Subtitle 2">
            <a:extLst>
              <a:ext uri="{FF2B5EF4-FFF2-40B4-BE49-F238E27FC236}">
                <a16:creationId xmlns:a16="http://schemas.microsoft.com/office/drawing/2014/main" id="{30CA7856-9208-FC44-A420-90F802AE1620}"/>
              </a:ext>
            </a:extLst>
          </p:cNvPr>
          <p:cNvSpPr>
            <a:spLocks noGrp="1"/>
          </p:cNvSpPr>
          <p:nvPr>
            <p:ph type="subTitle" idx="1"/>
          </p:nvPr>
        </p:nvSpPr>
        <p:spPr>
          <a:xfrm>
            <a:off x="623888" y="4906170"/>
            <a:ext cx="5338923" cy="365125"/>
          </a:xfrm>
        </p:spPr>
        <p:txBody>
          <a:bodyPr/>
          <a:lstStyle>
            <a:lvl1pPr marL="0" indent="0" algn="r">
              <a:buNone/>
              <a:defRPr sz="2400">
                <a:solidFill>
                  <a:schemeClr val="bg1"/>
                </a:solidFill>
              </a:defRPr>
            </a:lvl1pPr>
            <a:lvl2pPr marL="457206" indent="0" algn="ctr">
              <a:buNone/>
              <a:defRPr sz="2000"/>
            </a:lvl2pPr>
            <a:lvl3pPr marL="914411" indent="0" algn="ctr">
              <a:buNone/>
              <a:defRPr sz="1800"/>
            </a:lvl3pPr>
            <a:lvl4pPr marL="1371617" indent="0" algn="ctr">
              <a:buNone/>
              <a:defRPr sz="1600"/>
            </a:lvl4pPr>
            <a:lvl5pPr marL="1828823" indent="0" algn="ctr">
              <a:buNone/>
              <a:defRPr sz="1600"/>
            </a:lvl5pPr>
            <a:lvl6pPr marL="2286029" indent="0" algn="ctr">
              <a:buNone/>
              <a:defRPr sz="1600"/>
            </a:lvl6pPr>
            <a:lvl7pPr marL="2743234" indent="0" algn="ctr">
              <a:buNone/>
              <a:defRPr sz="1600"/>
            </a:lvl7pPr>
            <a:lvl8pPr marL="3200440" indent="0" algn="ctr">
              <a:buNone/>
              <a:defRPr sz="1600"/>
            </a:lvl8pPr>
            <a:lvl9pPr marL="3657646" indent="0" algn="ctr">
              <a:buNone/>
              <a:defRPr sz="1600"/>
            </a:lvl9pPr>
          </a:lstStyle>
          <a:p>
            <a:r>
              <a:rPr lang="en-GB"/>
              <a:t>Click to edit Master subtitle style</a:t>
            </a:r>
            <a:endParaRPr lang="en-US"/>
          </a:p>
        </p:txBody>
      </p:sp>
      <p:sp>
        <p:nvSpPr>
          <p:cNvPr id="12" name="Text Placeholder 11">
            <a:extLst>
              <a:ext uri="{FF2B5EF4-FFF2-40B4-BE49-F238E27FC236}">
                <a16:creationId xmlns:a16="http://schemas.microsoft.com/office/drawing/2014/main" id="{8A4F4B8A-268F-1A4F-9595-B051F27FE335}"/>
              </a:ext>
            </a:extLst>
          </p:cNvPr>
          <p:cNvSpPr>
            <a:spLocks noGrp="1"/>
          </p:cNvSpPr>
          <p:nvPr>
            <p:ph type="body" sz="quarter" idx="14" hasCustomPrompt="1"/>
          </p:nvPr>
        </p:nvSpPr>
        <p:spPr>
          <a:xfrm>
            <a:off x="623888" y="6069014"/>
            <a:ext cx="5338923" cy="365125"/>
          </a:xfrm>
        </p:spPr>
        <p:txBody>
          <a:bodyPr>
            <a:normAutofit/>
          </a:bodyPr>
          <a:lstStyle>
            <a:lvl1pPr marL="0" indent="0" algn="r">
              <a:buNone/>
              <a:defRPr sz="2400" b="1">
                <a:solidFill>
                  <a:schemeClr val="bg1"/>
                </a:solidFill>
              </a:defRPr>
            </a:lvl1pPr>
          </a:lstStyle>
          <a:p>
            <a:pPr lvl="0"/>
            <a:r>
              <a:rPr lang="en-GB"/>
              <a:t>ASXMIN</a:t>
            </a:r>
            <a:endParaRPr lang="en-US"/>
          </a:p>
        </p:txBody>
      </p:sp>
      <p:sp>
        <p:nvSpPr>
          <p:cNvPr id="14" name="Picture Placeholder 13">
            <a:extLst>
              <a:ext uri="{FF2B5EF4-FFF2-40B4-BE49-F238E27FC236}">
                <a16:creationId xmlns:a16="http://schemas.microsoft.com/office/drawing/2014/main" id="{593B2680-B206-E844-85C7-4AA9A53D0AAF}"/>
              </a:ext>
            </a:extLst>
          </p:cNvPr>
          <p:cNvSpPr>
            <a:spLocks noGrp="1"/>
          </p:cNvSpPr>
          <p:nvPr>
            <p:ph type="pic" sz="quarter" idx="15" hasCustomPrompt="1"/>
          </p:nvPr>
        </p:nvSpPr>
        <p:spPr>
          <a:xfrm>
            <a:off x="3327611" y="2293200"/>
            <a:ext cx="2635200" cy="522000"/>
          </a:xfrm>
          <a:solidFill>
            <a:schemeClr val="bg1"/>
          </a:solidFill>
        </p:spPr>
        <p:txBody>
          <a:bodyPr/>
          <a:lstStyle>
            <a:lvl1pPr marL="0" indent="0">
              <a:buNone/>
              <a:defRPr/>
            </a:lvl1pPr>
          </a:lstStyle>
          <a:p>
            <a:r>
              <a:rPr lang="en-US"/>
              <a:t>INSERT LOGO</a:t>
            </a:r>
          </a:p>
        </p:txBody>
      </p:sp>
    </p:spTree>
    <p:extLst>
      <p:ext uri="{BB962C8B-B14F-4D97-AF65-F5344CB8AC3E}">
        <p14:creationId xmlns:p14="http://schemas.microsoft.com/office/powerpoint/2010/main" val="2414124145"/>
      </p:ext>
    </p:extLst>
  </p:cSld>
  <p:clrMapOvr>
    <a:masterClrMapping/>
  </p:clrMapOvr>
  <p:extLst>
    <p:ext uri="{DCECCB84-F9BA-43D5-87BE-67443E8EF086}">
      <p15:sldGuideLst xmlns:p15="http://schemas.microsoft.com/office/powerpoint/2012/main">
        <p15:guide id="1" pos="3840" userDrawn="1">
          <p15:clr>
            <a:srgbClr val="FBAE40"/>
          </p15:clr>
        </p15:guide>
        <p15:guide id="2" pos="393" userDrawn="1">
          <p15:clr>
            <a:srgbClr val="FBAE40"/>
          </p15:clr>
        </p15:guide>
        <p15:guide id="3" pos="715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ext slide –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7EA5C-3A28-7045-BC92-B25D931B06B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C80129B-F5D2-0442-B67F-EB7619237250}"/>
              </a:ext>
            </a:extLst>
          </p:cNvPr>
          <p:cNvSpPr>
            <a:spLocks noGrp="1"/>
          </p:cNvSpPr>
          <p:nvPr>
            <p:ph idx="1"/>
          </p:nvPr>
        </p:nvSpPr>
        <p:spPr/>
        <p:txBody>
          <a:bodyPr>
            <a:normAutofit/>
          </a:bodyPr>
          <a:lstStyle>
            <a:lvl1pPr marL="144465" indent="-144465">
              <a:tabLst/>
              <a:defRPr sz="1400">
                <a:latin typeface="Arial" panose="020B0604020202020204" pitchFamily="34" charset="0"/>
                <a:cs typeface="Arial" panose="020B0604020202020204" pitchFamily="34" charset="0"/>
              </a:defRPr>
            </a:lvl1pPr>
            <a:lvl2pPr marL="317504" indent="-173040">
              <a:tabLst/>
              <a:defRPr sz="1400">
                <a:latin typeface="Arial" panose="020B0604020202020204" pitchFamily="34" charset="0"/>
                <a:cs typeface="Arial" panose="020B0604020202020204" pitchFamily="34" charset="0"/>
              </a:defRPr>
            </a:lvl2pPr>
            <a:lvl3pPr marL="488956" indent="-158752">
              <a:tabLst/>
              <a:defRPr sz="1400">
                <a:latin typeface="Arial" panose="020B0604020202020204" pitchFamily="34" charset="0"/>
                <a:cs typeface="Arial" panose="020B0604020202020204" pitchFamily="34" charset="0"/>
              </a:defRPr>
            </a:lvl3pPr>
            <a:lvl4pPr marL="674696" indent="-185740">
              <a:tabLst/>
              <a:defRPr sz="1400">
                <a:latin typeface="Arial" panose="020B0604020202020204" pitchFamily="34" charset="0"/>
                <a:cs typeface="Arial" panose="020B0604020202020204" pitchFamily="34" charset="0"/>
              </a:defRPr>
            </a:lvl4pPr>
            <a:lvl5pPr marL="846149" indent="-158752">
              <a:tabLst/>
              <a:defRPr sz="1400">
                <a:latin typeface="Arial" panose="020B0604020202020204" pitchFamily="34" charset="0"/>
                <a:cs typeface="Arial" panose="020B0604020202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57E4EE1D-E9A2-DC46-A6FE-00EB8A2E8380}"/>
              </a:ext>
            </a:extLst>
          </p:cNvPr>
          <p:cNvSpPr>
            <a:spLocks noGrp="1"/>
          </p:cNvSpPr>
          <p:nvPr>
            <p:ph type="ftr" sz="quarter" idx="11"/>
          </p:nvPr>
        </p:nvSpPr>
        <p:spPr>
          <a:xfrm>
            <a:off x="2459698" y="6136412"/>
            <a:ext cx="8839200" cy="720000"/>
          </a:xfrm>
          <a:prstGeom prst="rect">
            <a:avLst/>
          </a:prstGeom>
        </p:spPr>
        <p:txBody>
          <a:bodyPr/>
          <a:lstStyle/>
          <a:p>
            <a:r>
              <a:rPr lang="en-US"/>
              <a:t>Sponsor Brief - &lt;Insert Project name&gt; </a:t>
            </a:r>
          </a:p>
        </p:txBody>
      </p:sp>
      <p:sp>
        <p:nvSpPr>
          <p:cNvPr id="6" name="Slide Number Placeholder 5">
            <a:extLst>
              <a:ext uri="{FF2B5EF4-FFF2-40B4-BE49-F238E27FC236}">
                <a16:creationId xmlns:a16="http://schemas.microsoft.com/office/drawing/2014/main" id="{769B4AAB-6C79-FD4D-ABF1-EAA986020A35}"/>
              </a:ext>
            </a:extLst>
          </p:cNvPr>
          <p:cNvSpPr>
            <a:spLocks noGrp="1"/>
          </p:cNvSpPr>
          <p:nvPr>
            <p:ph type="sldNum" sz="quarter" idx="12"/>
          </p:nvPr>
        </p:nvSpPr>
        <p:spPr>
          <a:xfrm>
            <a:off x="11416554" y="6136412"/>
            <a:ext cx="204247" cy="720000"/>
          </a:xfrm>
          <a:prstGeom prst="rect">
            <a:avLst/>
          </a:prstGeom>
        </p:spPr>
        <p:txBody>
          <a:bodyPr/>
          <a:lstStyle/>
          <a:p>
            <a:fld id="{4B10911F-F04E-7D45-9841-71E6CFD429FE}" type="slidenum">
              <a:rPr lang="en-US" smtClean="0"/>
              <a:t>‹#›</a:t>
            </a:fld>
            <a:endParaRPr lang="en-US"/>
          </a:p>
        </p:txBody>
      </p:sp>
    </p:spTree>
    <p:extLst>
      <p:ext uri="{BB962C8B-B14F-4D97-AF65-F5344CB8AC3E}">
        <p14:creationId xmlns:p14="http://schemas.microsoft.com/office/powerpoint/2010/main" val="42075587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ext slide –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7EA5C-3A28-7045-BC92-B25D931B06B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C80129B-F5D2-0442-B67F-EB7619237250}"/>
              </a:ext>
            </a:extLst>
          </p:cNvPr>
          <p:cNvSpPr>
            <a:spLocks noGrp="1"/>
          </p:cNvSpPr>
          <p:nvPr>
            <p:ph idx="1"/>
          </p:nvPr>
        </p:nvSpPr>
        <p:spPr>
          <a:xfrm>
            <a:off x="623890" y="1512001"/>
            <a:ext cx="5256000" cy="4256975"/>
          </a:xfrm>
        </p:spPr>
        <p:txBody>
          <a:bodyPr>
            <a:normAutofit/>
          </a:bodyPr>
          <a:lstStyle>
            <a:lvl1pPr marL="144465" indent="-144465">
              <a:tabLst/>
              <a:defRPr sz="1400">
                <a:latin typeface="Arial" panose="020B0604020202020204" pitchFamily="34" charset="0"/>
                <a:cs typeface="Arial" panose="020B0604020202020204" pitchFamily="34" charset="0"/>
              </a:defRPr>
            </a:lvl1pPr>
            <a:lvl2pPr marL="317504" indent="-173040">
              <a:tabLst/>
              <a:defRPr sz="1400">
                <a:latin typeface="Arial" panose="020B0604020202020204" pitchFamily="34" charset="0"/>
                <a:cs typeface="Arial" panose="020B0604020202020204" pitchFamily="34" charset="0"/>
              </a:defRPr>
            </a:lvl2pPr>
            <a:lvl3pPr marL="488956" indent="-158752">
              <a:tabLst/>
              <a:defRPr sz="1400">
                <a:latin typeface="Arial" panose="020B0604020202020204" pitchFamily="34" charset="0"/>
                <a:cs typeface="Arial" panose="020B0604020202020204" pitchFamily="34" charset="0"/>
              </a:defRPr>
            </a:lvl3pPr>
            <a:lvl4pPr marL="674696" indent="-185740">
              <a:tabLst/>
              <a:defRPr sz="1400">
                <a:latin typeface="Arial" panose="020B0604020202020204" pitchFamily="34" charset="0"/>
                <a:cs typeface="Arial" panose="020B0604020202020204" pitchFamily="34" charset="0"/>
              </a:defRPr>
            </a:lvl4pPr>
            <a:lvl5pPr marL="846149" indent="-158752">
              <a:tabLst/>
              <a:defRPr sz="1400">
                <a:latin typeface="Arial" panose="020B0604020202020204" pitchFamily="34" charset="0"/>
                <a:cs typeface="Arial" panose="020B0604020202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57E4EE1D-E9A2-DC46-A6FE-00EB8A2E8380}"/>
              </a:ext>
            </a:extLst>
          </p:cNvPr>
          <p:cNvSpPr>
            <a:spLocks noGrp="1"/>
          </p:cNvSpPr>
          <p:nvPr>
            <p:ph type="ftr" sz="quarter" idx="11"/>
          </p:nvPr>
        </p:nvSpPr>
        <p:spPr>
          <a:xfrm>
            <a:off x="2459698" y="6136412"/>
            <a:ext cx="8839200" cy="720000"/>
          </a:xfrm>
          <a:prstGeom prst="rect">
            <a:avLst/>
          </a:prstGeom>
        </p:spPr>
        <p:txBody>
          <a:bodyPr/>
          <a:lstStyle/>
          <a:p>
            <a:r>
              <a:rPr lang="en-US"/>
              <a:t>Sponsor Brief - &lt;Insert Project name&gt; </a:t>
            </a:r>
          </a:p>
        </p:txBody>
      </p:sp>
      <p:sp>
        <p:nvSpPr>
          <p:cNvPr id="6" name="Slide Number Placeholder 5">
            <a:extLst>
              <a:ext uri="{FF2B5EF4-FFF2-40B4-BE49-F238E27FC236}">
                <a16:creationId xmlns:a16="http://schemas.microsoft.com/office/drawing/2014/main" id="{769B4AAB-6C79-FD4D-ABF1-EAA986020A35}"/>
              </a:ext>
            </a:extLst>
          </p:cNvPr>
          <p:cNvSpPr>
            <a:spLocks noGrp="1"/>
          </p:cNvSpPr>
          <p:nvPr>
            <p:ph type="sldNum" sz="quarter" idx="12"/>
          </p:nvPr>
        </p:nvSpPr>
        <p:spPr>
          <a:xfrm>
            <a:off x="11416554" y="6136412"/>
            <a:ext cx="204247" cy="720000"/>
          </a:xfrm>
          <a:prstGeom prst="rect">
            <a:avLst/>
          </a:prstGeom>
        </p:spPr>
        <p:txBody>
          <a:bodyPr/>
          <a:lstStyle/>
          <a:p>
            <a:fld id="{4B10911F-F04E-7D45-9841-71E6CFD429FE}" type="slidenum">
              <a:rPr lang="en-US" smtClean="0"/>
              <a:t>‹#›</a:t>
            </a:fld>
            <a:endParaRPr lang="en-US"/>
          </a:p>
        </p:txBody>
      </p:sp>
      <p:sp>
        <p:nvSpPr>
          <p:cNvPr id="7" name="Content Placeholder 2">
            <a:extLst>
              <a:ext uri="{FF2B5EF4-FFF2-40B4-BE49-F238E27FC236}">
                <a16:creationId xmlns:a16="http://schemas.microsoft.com/office/drawing/2014/main" id="{5F561C60-4FE6-E141-BC7A-DA4F0290E60C}"/>
              </a:ext>
            </a:extLst>
          </p:cNvPr>
          <p:cNvSpPr>
            <a:spLocks noGrp="1"/>
          </p:cNvSpPr>
          <p:nvPr>
            <p:ph idx="13"/>
          </p:nvPr>
        </p:nvSpPr>
        <p:spPr>
          <a:xfrm>
            <a:off x="6096000" y="1512001"/>
            <a:ext cx="5256000" cy="4256975"/>
          </a:xfrm>
        </p:spPr>
        <p:txBody>
          <a:bodyPr>
            <a:normAutofit/>
          </a:bodyPr>
          <a:lstStyle>
            <a:lvl1pPr marL="144465" indent="-144465">
              <a:tabLst/>
              <a:defRPr sz="1400">
                <a:latin typeface="Arial" panose="020B0604020202020204" pitchFamily="34" charset="0"/>
                <a:cs typeface="Arial" panose="020B0604020202020204" pitchFamily="34" charset="0"/>
              </a:defRPr>
            </a:lvl1pPr>
            <a:lvl2pPr marL="317504" indent="-173040">
              <a:tabLst/>
              <a:defRPr sz="1400">
                <a:latin typeface="Arial" panose="020B0604020202020204" pitchFamily="34" charset="0"/>
                <a:cs typeface="Arial" panose="020B0604020202020204" pitchFamily="34" charset="0"/>
              </a:defRPr>
            </a:lvl2pPr>
            <a:lvl3pPr marL="488956" indent="-158752">
              <a:tabLst/>
              <a:defRPr sz="1400">
                <a:latin typeface="Arial" panose="020B0604020202020204" pitchFamily="34" charset="0"/>
                <a:cs typeface="Arial" panose="020B0604020202020204" pitchFamily="34" charset="0"/>
              </a:defRPr>
            </a:lvl3pPr>
            <a:lvl4pPr marL="674696" indent="-185740">
              <a:tabLst/>
              <a:defRPr sz="1400">
                <a:latin typeface="Arial" panose="020B0604020202020204" pitchFamily="34" charset="0"/>
                <a:cs typeface="Arial" panose="020B0604020202020204" pitchFamily="34" charset="0"/>
              </a:defRPr>
            </a:lvl4pPr>
            <a:lvl5pPr marL="846149" indent="-158752">
              <a:tabLst/>
              <a:defRPr sz="1400">
                <a:latin typeface="Arial" panose="020B0604020202020204" pitchFamily="34" charset="0"/>
                <a:cs typeface="Arial" panose="020B0604020202020204" pitchFamily="34" charset="0"/>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7114552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B67E8A7-8AC0-AB4A-B559-73BCF19B887F}"/>
              </a:ext>
            </a:extLst>
          </p:cNvPr>
          <p:cNvSpPr/>
          <p:nvPr userDrawn="1"/>
        </p:nvSpPr>
        <p:spPr>
          <a:xfrm>
            <a:off x="0" y="1089026"/>
            <a:ext cx="12195175" cy="5040313"/>
          </a:xfrm>
          <a:prstGeom prst="rect">
            <a:avLst/>
          </a:prstGeom>
          <a:solidFill>
            <a:schemeClr val="tx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Placeholder 1">
            <a:extLst>
              <a:ext uri="{FF2B5EF4-FFF2-40B4-BE49-F238E27FC236}">
                <a16:creationId xmlns:a16="http://schemas.microsoft.com/office/drawing/2014/main" id="{CA419727-9FE1-624D-B310-0EE1A9CAAB5C}"/>
              </a:ext>
            </a:extLst>
          </p:cNvPr>
          <p:cNvSpPr>
            <a:spLocks noGrp="1"/>
          </p:cNvSpPr>
          <p:nvPr>
            <p:ph type="title"/>
          </p:nvPr>
        </p:nvSpPr>
        <p:spPr>
          <a:xfrm>
            <a:off x="623889" y="0"/>
            <a:ext cx="10728325" cy="1080000"/>
          </a:xfrm>
          <a:prstGeom prst="rect">
            <a:avLst/>
          </a:prstGeom>
        </p:spPr>
        <p:txBody>
          <a:bodyPr vert="horz" lIns="0" tIns="0" rIns="0" bIns="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7A93B69-735C-9A4D-B9B8-82B08CDED256}"/>
              </a:ext>
            </a:extLst>
          </p:cNvPr>
          <p:cNvSpPr>
            <a:spLocks noGrp="1"/>
          </p:cNvSpPr>
          <p:nvPr>
            <p:ph type="body" idx="1"/>
          </p:nvPr>
        </p:nvSpPr>
        <p:spPr>
          <a:xfrm>
            <a:off x="623889" y="1512001"/>
            <a:ext cx="10728325" cy="4256975"/>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0" name="Picture 9">
            <a:extLst>
              <a:ext uri="{FF2B5EF4-FFF2-40B4-BE49-F238E27FC236}">
                <a16:creationId xmlns:a16="http://schemas.microsoft.com/office/drawing/2014/main" id="{FAF1EF81-9F0B-CE45-9A8A-0A9A979772DA}"/>
              </a:ext>
            </a:extLst>
          </p:cNvPr>
          <p:cNvPicPr>
            <a:picLocks noChangeAspect="1"/>
          </p:cNvPicPr>
          <p:nvPr userDrawn="1"/>
        </p:nvPicPr>
        <p:blipFill>
          <a:blip r:embed="rId5"/>
          <a:srcRect/>
          <a:stretch/>
        </p:blipFill>
        <p:spPr>
          <a:xfrm>
            <a:off x="584130" y="6364052"/>
            <a:ext cx="1374393" cy="264739"/>
          </a:xfrm>
          <a:prstGeom prst="rect">
            <a:avLst/>
          </a:prstGeom>
        </p:spPr>
      </p:pic>
      <p:sp>
        <p:nvSpPr>
          <p:cNvPr id="11" name="Footer Placeholder 4">
            <a:extLst>
              <a:ext uri="{FF2B5EF4-FFF2-40B4-BE49-F238E27FC236}">
                <a16:creationId xmlns:a16="http://schemas.microsoft.com/office/drawing/2014/main" id="{37BE354A-C1D3-8347-8A52-0062928BDA9F}"/>
              </a:ext>
            </a:extLst>
          </p:cNvPr>
          <p:cNvSpPr>
            <a:spLocks noGrp="1"/>
          </p:cNvSpPr>
          <p:nvPr>
            <p:ph type="ftr" sz="quarter" idx="3"/>
          </p:nvPr>
        </p:nvSpPr>
        <p:spPr>
          <a:xfrm>
            <a:off x="2459698" y="6147045"/>
            <a:ext cx="8839200" cy="720000"/>
          </a:xfrm>
          <a:prstGeom prst="rect">
            <a:avLst/>
          </a:prstGeom>
        </p:spPr>
        <p:txBody>
          <a:bodyPr vert="horz" lIns="0" tIns="0" rIns="0" bIns="0" rtlCol="0" anchor="ctr"/>
          <a:lstStyle>
            <a:lvl1pPr algn="r">
              <a:defRPr sz="800" cap="all" baseline="0">
                <a:solidFill>
                  <a:schemeClr val="tx1"/>
                </a:solidFill>
              </a:defRPr>
            </a:lvl1pPr>
          </a:lstStyle>
          <a:p>
            <a:r>
              <a:rPr lang="en-US"/>
              <a:t>Sponsor Brief - &lt;Insert Project name&gt; </a:t>
            </a:r>
          </a:p>
        </p:txBody>
      </p:sp>
      <p:sp>
        <p:nvSpPr>
          <p:cNvPr id="13" name="Slide Number Placeholder 5">
            <a:extLst>
              <a:ext uri="{FF2B5EF4-FFF2-40B4-BE49-F238E27FC236}">
                <a16:creationId xmlns:a16="http://schemas.microsoft.com/office/drawing/2014/main" id="{FC5408A1-DB88-3B4A-BC4A-1E06116B3A0F}"/>
              </a:ext>
            </a:extLst>
          </p:cNvPr>
          <p:cNvSpPr>
            <a:spLocks noGrp="1"/>
          </p:cNvSpPr>
          <p:nvPr>
            <p:ph type="sldNum" sz="quarter" idx="4"/>
          </p:nvPr>
        </p:nvSpPr>
        <p:spPr>
          <a:xfrm>
            <a:off x="11416554" y="6147045"/>
            <a:ext cx="204247" cy="720000"/>
          </a:xfrm>
          <a:prstGeom prst="rect">
            <a:avLst/>
          </a:prstGeom>
        </p:spPr>
        <p:txBody>
          <a:bodyPr vert="horz" lIns="0" tIns="0" rIns="0" bIns="0" rtlCol="0" anchor="ctr"/>
          <a:lstStyle>
            <a:lvl1pPr algn="r">
              <a:defRPr sz="800" b="1">
                <a:solidFill>
                  <a:schemeClr val="tx1"/>
                </a:solidFill>
                <a:latin typeface="Arial" panose="020B0604020202020204" pitchFamily="34" charset="0"/>
                <a:cs typeface="Arial" panose="020B0604020202020204" pitchFamily="34" charset="0"/>
              </a:defRPr>
            </a:lvl1pPr>
          </a:lstStyle>
          <a:p>
            <a:fld id="{4B10911F-F04E-7D45-9841-71E6CFD429FE}" type="slidenum">
              <a:rPr lang="en-US" smtClean="0"/>
              <a:pPr/>
              <a:t>‹#›</a:t>
            </a:fld>
            <a:endParaRPr lang="en-US"/>
          </a:p>
        </p:txBody>
      </p:sp>
      <p:cxnSp>
        <p:nvCxnSpPr>
          <p:cNvPr id="14" name="Straight Connector 13">
            <a:extLst>
              <a:ext uri="{FF2B5EF4-FFF2-40B4-BE49-F238E27FC236}">
                <a16:creationId xmlns:a16="http://schemas.microsoft.com/office/drawing/2014/main" id="{D56F184D-6226-DA48-84D1-E2F54EDAF210}"/>
              </a:ext>
            </a:extLst>
          </p:cNvPr>
          <p:cNvCxnSpPr/>
          <p:nvPr userDrawn="1"/>
        </p:nvCxnSpPr>
        <p:spPr>
          <a:xfrm>
            <a:off x="11364075" y="6457950"/>
            <a:ext cx="0" cy="10800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0123730"/>
      </p:ext>
    </p:extLst>
  </p:cSld>
  <p:clrMap bg1="lt1" tx1="dk1" bg2="lt2" tx2="dk2" accent1="accent1" accent2="accent2" accent3="accent3" accent4="accent4" accent5="accent5" accent6="accent6" hlink="hlink" folHlink="folHlink"/>
  <p:sldLayoutIdLst>
    <p:sldLayoutId id="2147483679" r:id="rId1"/>
    <p:sldLayoutId id="2147483682" r:id="rId2"/>
    <p:sldLayoutId id="2147483683" r:id="rId3"/>
  </p:sldLayoutIdLst>
  <p:hf hdr="0" dt="0"/>
  <p:txStyles>
    <p:titleStyle>
      <a:lvl1pPr algn="l" defTabSz="914411" rtl="0" eaLnBrk="1" latinLnBrk="0" hangingPunct="1">
        <a:lnSpc>
          <a:spcPct val="90000"/>
        </a:lnSpc>
        <a:spcBef>
          <a:spcPct val="0"/>
        </a:spcBef>
        <a:buNone/>
        <a:defRPr sz="2700" b="1" kern="1200" cap="all" baseline="0">
          <a:solidFill>
            <a:schemeClr val="accent1"/>
          </a:solidFill>
          <a:latin typeface="Arial" panose="020B0604020202020204" pitchFamily="34" charset="0"/>
          <a:ea typeface="+mj-ea"/>
          <a:cs typeface="Arial" panose="020B0604020202020204" pitchFamily="34" charset="0"/>
        </a:defRPr>
      </a:lvl1pPr>
    </p:titleStyle>
    <p:bodyStyle>
      <a:lvl1pPr marL="228603" indent="-228603" algn="l" defTabSz="914411"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8" indent="-228603" algn="l" defTabSz="914411"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14" indent="-228603" algn="l" defTabSz="914411"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20"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26"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32"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37"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43"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48" indent="-228603" algn="l" defTabSz="914411"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11" rtl="0" eaLnBrk="1" latinLnBrk="0" hangingPunct="1">
        <a:defRPr sz="1800" kern="1200">
          <a:solidFill>
            <a:schemeClr val="tx1"/>
          </a:solidFill>
          <a:latin typeface="+mn-lt"/>
          <a:ea typeface="+mn-ea"/>
          <a:cs typeface="+mn-cs"/>
        </a:defRPr>
      </a:lvl1pPr>
      <a:lvl2pPr marL="457206" algn="l" defTabSz="914411" rtl="0" eaLnBrk="1" latinLnBrk="0" hangingPunct="1">
        <a:defRPr sz="1800" kern="1200">
          <a:solidFill>
            <a:schemeClr val="tx1"/>
          </a:solidFill>
          <a:latin typeface="+mn-lt"/>
          <a:ea typeface="+mn-ea"/>
          <a:cs typeface="+mn-cs"/>
        </a:defRPr>
      </a:lvl2pPr>
      <a:lvl3pPr marL="914411" algn="l" defTabSz="914411" rtl="0" eaLnBrk="1" latinLnBrk="0" hangingPunct="1">
        <a:defRPr sz="1800" kern="1200">
          <a:solidFill>
            <a:schemeClr val="tx1"/>
          </a:solidFill>
          <a:latin typeface="+mn-lt"/>
          <a:ea typeface="+mn-ea"/>
          <a:cs typeface="+mn-cs"/>
        </a:defRPr>
      </a:lvl3pPr>
      <a:lvl4pPr marL="1371617" algn="l" defTabSz="914411" rtl="0" eaLnBrk="1" latinLnBrk="0" hangingPunct="1">
        <a:defRPr sz="1800" kern="1200">
          <a:solidFill>
            <a:schemeClr val="tx1"/>
          </a:solidFill>
          <a:latin typeface="+mn-lt"/>
          <a:ea typeface="+mn-ea"/>
          <a:cs typeface="+mn-cs"/>
        </a:defRPr>
      </a:lvl4pPr>
      <a:lvl5pPr marL="1828823" algn="l" defTabSz="914411" rtl="0" eaLnBrk="1" latinLnBrk="0" hangingPunct="1">
        <a:defRPr sz="1800" kern="1200">
          <a:solidFill>
            <a:schemeClr val="tx1"/>
          </a:solidFill>
          <a:latin typeface="+mn-lt"/>
          <a:ea typeface="+mn-ea"/>
          <a:cs typeface="+mn-cs"/>
        </a:defRPr>
      </a:lvl5pPr>
      <a:lvl6pPr marL="2286029" algn="l" defTabSz="914411" rtl="0" eaLnBrk="1" latinLnBrk="0" hangingPunct="1">
        <a:defRPr sz="1800" kern="1200">
          <a:solidFill>
            <a:schemeClr val="tx1"/>
          </a:solidFill>
          <a:latin typeface="+mn-lt"/>
          <a:ea typeface="+mn-ea"/>
          <a:cs typeface="+mn-cs"/>
        </a:defRPr>
      </a:lvl6pPr>
      <a:lvl7pPr marL="2743234" algn="l" defTabSz="914411" rtl="0" eaLnBrk="1" latinLnBrk="0" hangingPunct="1">
        <a:defRPr sz="1800" kern="1200">
          <a:solidFill>
            <a:schemeClr val="tx1"/>
          </a:solidFill>
          <a:latin typeface="+mn-lt"/>
          <a:ea typeface="+mn-ea"/>
          <a:cs typeface="+mn-cs"/>
        </a:defRPr>
      </a:lvl7pPr>
      <a:lvl8pPr marL="3200440" algn="l" defTabSz="914411" rtl="0" eaLnBrk="1" latinLnBrk="0" hangingPunct="1">
        <a:defRPr sz="1800" kern="1200">
          <a:solidFill>
            <a:schemeClr val="tx1"/>
          </a:solidFill>
          <a:latin typeface="+mn-lt"/>
          <a:ea typeface="+mn-ea"/>
          <a:cs typeface="+mn-cs"/>
        </a:defRPr>
      </a:lvl8pPr>
      <a:lvl9pPr marL="3657646" algn="l" defTabSz="914411"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3" userDrawn="1">
          <p15:clr>
            <a:srgbClr val="F26B43"/>
          </p15:clr>
        </p15:guide>
        <p15:guide id="2" pos="7150" userDrawn="1">
          <p15:clr>
            <a:srgbClr val="F26B43"/>
          </p15:clr>
        </p15:guide>
        <p15:guide id="3" orient="horz" pos="3612" userDrawn="1">
          <p15:clr>
            <a:srgbClr val="F26B43"/>
          </p15:clr>
        </p15:guide>
        <p15:guide id="4" orient="horz" pos="935" userDrawn="1">
          <p15:clr>
            <a:srgbClr val="F26B43"/>
          </p15:clr>
        </p15:guide>
        <p15:guide id="5"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5ADFA0D0-E8E0-AC4F-BB5A-70927A96FA4F}"/>
              </a:ext>
            </a:extLst>
          </p:cNvPr>
          <p:cNvPicPr>
            <a:picLocks noChangeAspect="1"/>
          </p:cNvPicPr>
          <p:nvPr/>
        </p:nvPicPr>
        <p:blipFill>
          <a:blip r:embed="rId2"/>
          <a:srcRect t="659" b="659"/>
          <a:stretch/>
        </p:blipFill>
        <p:spPr>
          <a:xfrm>
            <a:off x="1" y="1"/>
            <a:ext cx="12195175" cy="6859589"/>
          </a:xfrm>
          <a:prstGeom prst="rect">
            <a:avLst/>
          </a:prstGeom>
        </p:spPr>
      </p:pic>
      <p:pic>
        <p:nvPicPr>
          <p:cNvPr id="21" name="Graphic 20">
            <a:extLst>
              <a:ext uri="{FF2B5EF4-FFF2-40B4-BE49-F238E27FC236}">
                <a16:creationId xmlns:a16="http://schemas.microsoft.com/office/drawing/2014/main" id="{D1684812-8BE3-184C-947B-C732E85E00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23512" y="2292266"/>
            <a:ext cx="2629033" cy="517841"/>
          </a:xfrm>
          <a:prstGeom prst="rect">
            <a:avLst/>
          </a:prstGeom>
        </p:spPr>
      </p:pic>
      <p:sp>
        <p:nvSpPr>
          <p:cNvPr id="22" name="TextBox 21">
            <a:extLst>
              <a:ext uri="{FF2B5EF4-FFF2-40B4-BE49-F238E27FC236}">
                <a16:creationId xmlns:a16="http://schemas.microsoft.com/office/drawing/2014/main" id="{2B3BA61B-E0BE-0E42-8309-3B4FD71E1A0C}"/>
              </a:ext>
            </a:extLst>
          </p:cNvPr>
          <p:cNvSpPr txBox="1"/>
          <p:nvPr/>
        </p:nvSpPr>
        <p:spPr>
          <a:xfrm>
            <a:off x="625475" y="3151600"/>
            <a:ext cx="5486400" cy="1172244"/>
          </a:xfrm>
          <a:prstGeom prst="rect">
            <a:avLst/>
          </a:prstGeom>
          <a:noFill/>
        </p:spPr>
        <p:txBody>
          <a:bodyPr wrap="square" rtlCol="0">
            <a:spAutoFit/>
          </a:bodyPr>
          <a:lstStyle/>
          <a:p>
            <a:pPr algn="r">
              <a:lnSpc>
                <a:spcPts val="4500"/>
              </a:lnSpc>
            </a:pPr>
            <a:r>
              <a:rPr lang="en-AU" sz="4700" b="1">
                <a:solidFill>
                  <a:srgbClr val="CE372F"/>
                </a:solidFill>
              </a:rPr>
              <a:t>Sponsor Brief</a:t>
            </a:r>
          </a:p>
          <a:p>
            <a:pPr algn="r">
              <a:lnSpc>
                <a:spcPts val="4500"/>
              </a:lnSpc>
            </a:pPr>
            <a:r>
              <a:rPr lang="en-US" sz="2400">
                <a:solidFill>
                  <a:schemeClr val="bg1"/>
                </a:solidFill>
              </a:rPr>
              <a:t>&lt;Insert project Name&gt;</a:t>
            </a:r>
          </a:p>
        </p:txBody>
      </p:sp>
      <p:sp>
        <p:nvSpPr>
          <p:cNvPr id="23" name="Text Placeholder 10">
            <a:extLst>
              <a:ext uri="{FF2B5EF4-FFF2-40B4-BE49-F238E27FC236}">
                <a16:creationId xmlns:a16="http://schemas.microsoft.com/office/drawing/2014/main" id="{368F6F57-30B6-7F4B-B3A9-755FD20F21C9}"/>
              </a:ext>
            </a:extLst>
          </p:cNvPr>
          <p:cNvSpPr txBox="1">
            <a:spLocks/>
          </p:cNvSpPr>
          <p:nvPr/>
        </p:nvSpPr>
        <p:spPr>
          <a:xfrm>
            <a:off x="2452545" y="4890759"/>
            <a:ext cx="3600000" cy="293571"/>
          </a:xfrm>
          <a:prstGeom prst="rect">
            <a:avLst/>
          </a:prstGeom>
        </p:spPr>
        <p:txBody>
          <a:bodyPr/>
          <a:lstStyle>
            <a:lvl1pPr marL="180975" indent="-180975" algn="l" defTabSz="1088776" rtl="0" eaLnBrk="1" latinLnBrk="0" hangingPunct="1">
              <a:spcBef>
                <a:spcPts val="900"/>
              </a:spcBef>
              <a:spcAft>
                <a:spcPts val="300"/>
              </a:spcAft>
              <a:buClr>
                <a:srgbClr val="CE372F"/>
              </a:buClr>
              <a:buFont typeface="Arial" panose="020B0604020202020204" pitchFamily="34" charset="0"/>
              <a:buChar char="•"/>
              <a:defRPr sz="1500" kern="1200">
                <a:solidFill>
                  <a:schemeClr val="accent2"/>
                </a:solidFill>
                <a:latin typeface="+mn-lt"/>
                <a:ea typeface="+mn-ea"/>
                <a:cs typeface="+mn-cs"/>
              </a:defRPr>
            </a:lvl1pPr>
            <a:lvl2pPr marL="361950" indent="-180975" algn="l" defTabSz="1088776" rtl="0" eaLnBrk="1" latinLnBrk="0" hangingPunct="1">
              <a:spcBef>
                <a:spcPts val="0"/>
              </a:spcBef>
              <a:spcAft>
                <a:spcPts val="300"/>
              </a:spcAft>
              <a:buClr>
                <a:srgbClr val="CE372F"/>
              </a:buClr>
              <a:buFont typeface="Arial" panose="020B0604020202020204" pitchFamily="34" charset="0"/>
              <a:buChar char="–"/>
              <a:defRPr sz="1500" kern="1200">
                <a:solidFill>
                  <a:schemeClr val="accent2"/>
                </a:solidFill>
                <a:latin typeface="+mn-lt"/>
                <a:ea typeface="+mn-ea"/>
                <a:cs typeface="+mn-cs"/>
              </a:defRPr>
            </a:lvl2pPr>
            <a:lvl3pPr marL="542925" indent="-180975" algn="l" defTabSz="1088776" rtl="0" eaLnBrk="1" latinLnBrk="0" hangingPunct="1">
              <a:spcBef>
                <a:spcPts val="0"/>
              </a:spcBef>
              <a:spcAft>
                <a:spcPts val="300"/>
              </a:spcAft>
              <a:buClr>
                <a:srgbClr val="CE372F"/>
              </a:buClr>
              <a:buFont typeface="Arial" panose="020B0604020202020204" pitchFamily="34" charset="0"/>
              <a:buChar char="•"/>
              <a:defRPr sz="1500" kern="1200">
                <a:solidFill>
                  <a:schemeClr val="accent2"/>
                </a:solidFill>
                <a:latin typeface="+mn-lt"/>
                <a:ea typeface="+mn-ea"/>
                <a:cs typeface="+mn-cs"/>
              </a:defRPr>
            </a:lvl3pPr>
            <a:lvl4pPr marL="0" indent="0" algn="l" defTabSz="1088776" rtl="0" eaLnBrk="1" latinLnBrk="0" hangingPunct="1">
              <a:spcBef>
                <a:spcPts val="0"/>
              </a:spcBef>
              <a:spcAft>
                <a:spcPts val="300"/>
              </a:spcAft>
              <a:buFont typeface="Arial" panose="020B0604020202020204" pitchFamily="34" charset="0"/>
              <a:buNone/>
              <a:defRPr sz="2000" b="0" kern="1200" baseline="0">
                <a:solidFill>
                  <a:srgbClr val="CE372F"/>
                </a:solidFill>
                <a:latin typeface="+mn-lt"/>
                <a:ea typeface="+mn-ea"/>
                <a:cs typeface="+mn-cs"/>
              </a:defRPr>
            </a:lvl4pPr>
            <a:lvl5pPr marL="0" indent="0" algn="l" defTabSz="1088776" rtl="0" eaLnBrk="1" latinLnBrk="0" hangingPunct="1">
              <a:spcBef>
                <a:spcPts val="300"/>
              </a:spcBef>
              <a:spcAft>
                <a:spcPts val="300"/>
              </a:spcAft>
              <a:buFont typeface="Arial" pitchFamily="34" charset="0"/>
              <a:buNone/>
              <a:defRPr sz="1500" b="1" kern="1200" baseline="0">
                <a:solidFill>
                  <a:schemeClr val="accent2"/>
                </a:solidFill>
                <a:latin typeface="+mn-lt"/>
                <a:ea typeface="+mn-ea"/>
                <a:cs typeface="+mn-cs"/>
              </a:defRPr>
            </a:lvl5pPr>
            <a:lvl6pPr marL="2994134" indent="-272194" algn="l" defTabSz="1088776"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8522" indent="-272194" algn="l" defTabSz="1088776"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910" indent="-272194" algn="l" defTabSz="1088776"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7298" indent="-272194" algn="l" defTabSz="1088776"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indent="0" algn="r">
              <a:buNone/>
            </a:pPr>
            <a:r>
              <a:rPr lang="en-AU">
                <a:solidFill>
                  <a:schemeClr val="bg1"/>
                </a:solidFill>
                <a:latin typeface="+mj-lt"/>
              </a:rPr>
              <a:t>Sponsor: &lt;Insert Sponsor&gt; </a:t>
            </a:r>
            <a:r>
              <a:rPr lang="en-AU">
                <a:solidFill>
                  <a:schemeClr val="bg2"/>
                </a:solidFill>
                <a:latin typeface="+mj-lt"/>
              </a:rPr>
              <a:t>  </a:t>
            </a:r>
            <a:endParaRPr lang="en-AU">
              <a:solidFill>
                <a:schemeClr val="bg1"/>
              </a:solidFill>
              <a:latin typeface="+mj-lt"/>
            </a:endParaRPr>
          </a:p>
        </p:txBody>
      </p:sp>
      <p:sp>
        <p:nvSpPr>
          <p:cNvPr id="3" name="Slide Number Placeholder 2">
            <a:extLst>
              <a:ext uri="{FF2B5EF4-FFF2-40B4-BE49-F238E27FC236}">
                <a16:creationId xmlns:a16="http://schemas.microsoft.com/office/drawing/2014/main" id="{6C14BD25-9719-EDE1-C27D-55861C929214}"/>
              </a:ext>
            </a:extLst>
          </p:cNvPr>
          <p:cNvSpPr>
            <a:spLocks noGrp="1"/>
          </p:cNvSpPr>
          <p:nvPr>
            <p:ph type="sldNum" sz="quarter" idx="12"/>
          </p:nvPr>
        </p:nvSpPr>
        <p:spPr/>
        <p:txBody>
          <a:bodyPr/>
          <a:lstStyle/>
          <a:p>
            <a:fld id="{4B10911F-F04E-7D45-9841-71E6CFD429FE}" type="slidenum">
              <a:rPr lang="en-US" smtClean="0"/>
              <a:t>1</a:t>
            </a:fld>
            <a:endParaRPr lang="en-US"/>
          </a:p>
        </p:txBody>
      </p:sp>
      <p:graphicFrame>
        <p:nvGraphicFramePr>
          <p:cNvPr id="4" name="Table 4">
            <a:extLst>
              <a:ext uri="{FF2B5EF4-FFF2-40B4-BE49-F238E27FC236}">
                <a16:creationId xmlns:a16="http://schemas.microsoft.com/office/drawing/2014/main" id="{5412D06F-DA1D-022D-FB1B-8ADE1A7503FB}"/>
              </a:ext>
            </a:extLst>
          </p:cNvPr>
          <p:cNvGraphicFramePr>
            <a:graphicFrameLocks noGrp="1"/>
          </p:cNvGraphicFramePr>
          <p:nvPr>
            <p:extLst>
              <p:ext uri="{D42A27DB-BD31-4B8C-83A1-F6EECF244321}">
                <p14:modId xmlns:p14="http://schemas.microsoft.com/office/powerpoint/2010/main" val="3943327685"/>
              </p:ext>
            </p:extLst>
          </p:nvPr>
        </p:nvGraphicFramePr>
        <p:xfrm>
          <a:off x="1449077" y="5422711"/>
          <a:ext cx="4603468" cy="754703"/>
        </p:xfrm>
        <a:graphic>
          <a:graphicData uri="http://schemas.openxmlformats.org/drawingml/2006/table">
            <a:tbl>
              <a:tblPr firstRow="1" bandRow="1">
                <a:tableStyleId>{3B4B98B0-60AC-42C2-AFA5-B58CD77FA1E5}</a:tableStyleId>
              </a:tblPr>
              <a:tblGrid>
                <a:gridCol w="610383">
                  <a:extLst>
                    <a:ext uri="{9D8B030D-6E8A-4147-A177-3AD203B41FA5}">
                      <a16:colId xmlns:a16="http://schemas.microsoft.com/office/drawing/2014/main" val="4184327180"/>
                    </a:ext>
                  </a:extLst>
                </a:gridCol>
                <a:gridCol w="1157161">
                  <a:extLst>
                    <a:ext uri="{9D8B030D-6E8A-4147-A177-3AD203B41FA5}">
                      <a16:colId xmlns:a16="http://schemas.microsoft.com/office/drawing/2014/main" val="1887477589"/>
                    </a:ext>
                  </a:extLst>
                </a:gridCol>
                <a:gridCol w="764660">
                  <a:extLst>
                    <a:ext uri="{9D8B030D-6E8A-4147-A177-3AD203B41FA5}">
                      <a16:colId xmlns:a16="http://schemas.microsoft.com/office/drawing/2014/main" val="2436330462"/>
                    </a:ext>
                  </a:extLst>
                </a:gridCol>
                <a:gridCol w="2071264">
                  <a:extLst>
                    <a:ext uri="{9D8B030D-6E8A-4147-A177-3AD203B41FA5}">
                      <a16:colId xmlns:a16="http://schemas.microsoft.com/office/drawing/2014/main" val="4050077986"/>
                    </a:ext>
                  </a:extLst>
                </a:gridCol>
              </a:tblGrid>
              <a:tr h="250703">
                <a:tc>
                  <a:txBody>
                    <a:bodyPr/>
                    <a:lstStyle/>
                    <a:p>
                      <a:r>
                        <a:rPr lang="en-AU" sz="800" baseline="0">
                          <a:solidFill>
                            <a:schemeClr val="accent1"/>
                          </a:solidFill>
                        </a:rPr>
                        <a:t>Version</a:t>
                      </a:r>
                    </a:p>
                  </a:txBody>
                  <a:tcPr anchor="ctr"/>
                </a:tc>
                <a:tc>
                  <a:txBody>
                    <a:bodyPr/>
                    <a:lstStyle/>
                    <a:p>
                      <a:r>
                        <a:rPr lang="en-AU" sz="800" baseline="0">
                          <a:solidFill>
                            <a:schemeClr val="accent1"/>
                          </a:solidFill>
                        </a:rPr>
                        <a:t>Completed by</a:t>
                      </a:r>
                    </a:p>
                  </a:txBody>
                  <a:tcPr/>
                </a:tc>
                <a:tc>
                  <a:txBody>
                    <a:bodyPr/>
                    <a:lstStyle/>
                    <a:p>
                      <a:r>
                        <a:rPr lang="en-AU" sz="800" baseline="0">
                          <a:solidFill>
                            <a:schemeClr val="accent1"/>
                          </a:solidFill>
                        </a:rPr>
                        <a:t>Date</a:t>
                      </a:r>
                    </a:p>
                  </a:txBody>
                  <a:tcPr/>
                </a:tc>
                <a:tc>
                  <a:txBody>
                    <a:bodyPr/>
                    <a:lstStyle/>
                    <a:p>
                      <a:r>
                        <a:rPr lang="en-AU" sz="800" baseline="0">
                          <a:solidFill>
                            <a:schemeClr val="accent1"/>
                          </a:solidFill>
                        </a:rPr>
                        <a:t>Comment</a:t>
                      </a:r>
                    </a:p>
                  </a:txBody>
                  <a:tcPr/>
                </a:tc>
                <a:extLst>
                  <a:ext uri="{0D108BD9-81ED-4DB2-BD59-A6C34878D82A}">
                    <a16:rowId xmlns:a16="http://schemas.microsoft.com/office/drawing/2014/main" val="418524229"/>
                  </a:ext>
                </a:extLst>
              </a:tr>
              <a:tr h="252000">
                <a:tc>
                  <a:txBody>
                    <a:bodyPr/>
                    <a:lstStyle/>
                    <a:p>
                      <a:r>
                        <a:rPr lang="en-AU" sz="800" baseline="0">
                          <a:solidFill>
                            <a:schemeClr val="bg1"/>
                          </a:solidFill>
                        </a:rPr>
                        <a:t>0.1</a:t>
                      </a:r>
                    </a:p>
                  </a:txBody>
                  <a:tcPr/>
                </a:tc>
                <a:tc>
                  <a:txBody>
                    <a:bodyPr/>
                    <a:lstStyle/>
                    <a:p>
                      <a:endParaRPr lang="en-AU" sz="800" baseline="0">
                        <a:solidFill>
                          <a:schemeClr val="bg1"/>
                        </a:solidFill>
                      </a:endParaRPr>
                    </a:p>
                  </a:txBody>
                  <a:tcPr/>
                </a:tc>
                <a:tc>
                  <a:txBody>
                    <a:bodyPr/>
                    <a:lstStyle/>
                    <a:p>
                      <a:endParaRPr lang="en-AU" sz="800" baseline="0">
                        <a:solidFill>
                          <a:schemeClr val="bg1"/>
                        </a:solidFill>
                      </a:endParaRPr>
                    </a:p>
                  </a:txBody>
                  <a:tcPr/>
                </a:tc>
                <a:tc>
                  <a:txBody>
                    <a:bodyPr/>
                    <a:lstStyle/>
                    <a:p>
                      <a:r>
                        <a:rPr lang="en-AU" sz="800" baseline="0">
                          <a:solidFill>
                            <a:schemeClr val="bg1"/>
                          </a:solidFill>
                        </a:rPr>
                        <a:t>Initial Draft</a:t>
                      </a:r>
                    </a:p>
                  </a:txBody>
                  <a:tcPr/>
                </a:tc>
                <a:extLst>
                  <a:ext uri="{0D108BD9-81ED-4DB2-BD59-A6C34878D82A}">
                    <a16:rowId xmlns:a16="http://schemas.microsoft.com/office/drawing/2014/main" val="2949484613"/>
                  </a:ext>
                </a:extLst>
              </a:tr>
              <a:tr h="252000">
                <a:tc>
                  <a:txBody>
                    <a:bodyPr/>
                    <a:lstStyle/>
                    <a:p>
                      <a:r>
                        <a:rPr lang="en-AU" sz="800" baseline="0">
                          <a:solidFill>
                            <a:schemeClr val="bg1"/>
                          </a:solidFill>
                        </a:rPr>
                        <a:t>0.2</a:t>
                      </a:r>
                    </a:p>
                  </a:txBody>
                  <a:tcPr/>
                </a:tc>
                <a:tc>
                  <a:txBody>
                    <a:bodyPr/>
                    <a:lstStyle/>
                    <a:p>
                      <a:endParaRPr lang="en-AU" sz="800" baseline="0">
                        <a:solidFill>
                          <a:schemeClr val="bg1"/>
                        </a:solidFill>
                      </a:endParaRPr>
                    </a:p>
                  </a:txBody>
                  <a:tcPr/>
                </a:tc>
                <a:tc>
                  <a:txBody>
                    <a:bodyPr/>
                    <a:lstStyle/>
                    <a:p>
                      <a:endParaRPr lang="en-AU" sz="800" baseline="0">
                        <a:solidFill>
                          <a:schemeClr val="bg1"/>
                        </a:solidFill>
                      </a:endParaRPr>
                    </a:p>
                  </a:txBody>
                  <a:tcPr/>
                </a:tc>
                <a:tc>
                  <a:txBody>
                    <a:bodyPr/>
                    <a:lstStyle/>
                    <a:p>
                      <a:endParaRPr lang="en-AU" sz="800" baseline="0">
                        <a:solidFill>
                          <a:schemeClr val="bg1"/>
                        </a:solidFill>
                      </a:endParaRPr>
                    </a:p>
                  </a:txBody>
                  <a:tcPr/>
                </a:tc>
                <a:extLst>
                  <a:ext uri="{0D108BD9-81ED-4DB2-BD59-A6C34878D82A}">
                    <a16:rowId xmlns:a16="http://schemas.microsoft.com/office/drawing/2014/main" val="4121228840"/>
                  </a:ext>
                </a:extLst>
              </a:tr>
            </a:tbl>
          </a:graphicData>
        </a:graphic>
      </p:graphicFrame>
    </p:spTree>
    <p:extLst>
      <p:ext uri="{BB962C8B-B14F-4D97-AF65-F5344CB8AC3E}">
        <p14:creationId xmlns:p14="http://schemas.microsoft.com/office/powerpoint/2010/main" val="9715491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8469-ABB5-3342-B173-EEB52D88371F}"/>
              </a:ext>
            </a:extLst>
          </p:cNvPr>
          <p:cNvSpPr>
            <a:spLocks noGrp="1"/>
          </p:cNvSpPr>
          <p:nvPr>
            <p:ph type="title"/>
          </p:nvPr>
        </p:nvSpPr>
        <p:spPr/>
        <p:txBody>
          <a:bodyPr/>
          <a:lstStyle/>
          <a:p>
            <a:r>
              <a:rPr lang="en-US" dirty="0">
                <a:solidFill>
                  <a:srgbClr val="CE372F"/>
                </a:solidFill>
                <a:latin typeface="Arial"/>
                <a:cs typeface="Arial"/>
              </a:rPr>
              <a:t>Business</a:t>
            </a:r>
            <a:r>
              <a:rPr lang="en-US" dirty="0">
                <a:latin typeface="Arial"/>
                <a:cs typeface="Arial"/>
              </a:rPr>
              <a:t> Context</a:t>
            </a:r>
          </a:p>
        </p:txBody>
      </p:sp>
      <p:sp>
        <p:nvSpPr>
          <p:cNvPr id="7" name="Slide Number Placeholder 6">
            <a:extLst>
              <a:ext uri="{FF2B5EF4-FFF2-40B4-BE49-F238E27FC236}">
                <a16:creationId xmlns:a16="http://schemas.microsoft.com/office/drawing/2014/main" id="{3BA677B6-C3F7-7C04-A4C1-F39311C45BFF}"/>
              </a:ext>
            </a:extLst>
          </p:cNvPr>
          <p:cNvSpPr>
            <a:spLocks noGrp="1"/>
          </p:cNvSpPr>
          <p:nvPr>
            <p:ph type="sldNum" sz="quarter" idx="12"/>
          </p:nvPr>
        </p:nvSpPr>
        <p:spPr/>
        <p:txBody>
          <a:bodyPr/>
          <a:lstStyle/>
          <a:p>
            <a:fld id="{4B10911F-F04E-7D45-9841-71E6CFD429FE}" type="slidenum">
              <a:rPr lang="en-US" smtClean="0"/>
              <a:t>2</a:t>
            </a:fld>
            <a:endParaRPr lang="en-US"/>
          </a:p>
        </p:txBody>
      </p:sp>
      <p:sp>
        <p:nvSpPr>
          <p:cNvPr id="8" name="Content Placeholder 2">
            <a:extLst>
              <a:ext uri="{FF2B5EF4-FFF2-40B4-BE49-F238E27FC236}">
                <a16:creationId xmlns:a16="http://schemas.microsoft.com/office/drawing/2014/main" id="{39A79543-4308-8D68-44B9-3DB7BF448B71}"/>
              </a:ext>
            </a:extLst>
          </p:cNvPr>
          <p:cNvSpPr>
            <a:spLocks noGrp="1"/>
          </p:cNvSpPr>
          <p:nvPr>
            <p:ph idx="1"/>
          </p:nvPr>
        </p:nvSpPr>
        <p:spPr>
          <a:xfrm>
            <a:off x="623888" y="1151164"/>
            <a:ext cx="10873698" cy="4931229"/>
          </a:xfrm>
        </p:spPr>
        <p:txBody>
          <a:bodyPr vert="horz" lIns="72000" tIns="0" rIns="72000" bIns="0" rtlCol="0" anchor="t">
            <a:normAutofit/>
          </a:bodyPr>
          <a:lstStyle/>
          <a:p>
            <a:pPr marL="0" indent="0" algn="just">
              <a:lnSpc>
                <a:spcPct val="150000"/>
              </a:lnSpc>
              <a:spcBef>
                <a:spcPts val="1200"/>
              </a:spcBef>
              <a:buNone/>
            </a:pPr>
            <a:r>
              <a:rPr lang="en-AU" sz="1200" dirty="0">
                <a:latin typeface="+mn-lt"/>
                <a:cs typeface="Times New Roman" panose="02020603050405020304" pitchFamily="18" charset="0"/>
              </a:rPr>
              <a:t>MinRes currently manages supplier prequalification through a manual document review process. </a:t>
            </a:r>
          </a:p>
          <a:p>
            <a:pPr marL="0" indent="0" algn="just">
              <a:lnSpc>
                <a:spcPct val="150000"/>
              </a:lnSpc>
              <a:spcBef>
                <a:spcPts val="1200"/>
              </a:spcBef>
              <a:buNone/>
            </a:pPr>
            <a:r>
              <a:rPr lang="en-AU" sz="1200" dirty="0">
                <a:latin typeface="+mn-lt"/>
                <a:cs typeface="Times New Roman" panose="02020603050405020304" pitchFamily="18" charset="0"/>
              </a:rPr>
              <a:t>Suppliers submit documentation detailing their systems, processes, and safety management capabilities. </a:t>
            </a:r>
          </a:p>
          <a:p>
            <a:pPr marL="0" indent="0" algn="just">
              <a:lnSpc>
                <a:spcPct val="150000"/>
              </a:lnSpc>
              <a:spcBef>
                <a:spcPts val="1200"/>
              </a:spcBef>
              <a:buNone/>
            </a:pPr>
            <a:r>
              <a:rPr lang="en-AU" sz="1200" dirty="0">
                <a:latin typeface="+mn-lt"/>
                <a:cs typeface="Times New Roman" panose="02020603050405020304" pitchFamily="18" charset="0"/>
              </a:rPr>
              <a:t>Dedicated personnel conduct manual reviews of these submissions, benchmarking supplier capabilities against MinRes category-specific requirements and safety management system standards. </a:t>
            </a:r>
          </a:p>
          <a:p>
            <a:pPr marL="0" indent="0" algn="just">
              <a:lnSpc>
                <a:spcPct val="150000"/>
              </a:lnSpc>
              <a:spcBef>
                <a:spcPts val="1200"/>
              </a:spcBef>
              <a:buNone/>
            </a:pPr>
            <a:r>
              <a:rPr lang="en-AU" sz="1200" dirty="0">
                <a:latin typeface="+mn-lt"/>
                <a:cs typeface="Times New Roman" panose="02020603050405020304" pitchFamily="18" charset="0"/>
              </a:rPr>
              <a:t>The review process involves individual assessments of supplier critical risk programs, compliance verification, and generation of prequalification reports. This manual approach requires significant reviewer expertise to ensure consistency in evaluating supplier documentation and determining prequalification outcomes. </a:t>
            </a:r>
          </a:p>
          <a:p>
            <a:pPr marL="0" indent="0" algn="just">
              <a:lnSpc>
                <a:spcPct val="150000"/>
              </a:lnSpc>
              <a:spcBef>
                <a:spcPts val="1200"/>
              </a:spcBef>
              <a:buNone/>
            </a:pPr>
            <a:r>
              <a:rPr lang="en-AU" sz="1200" dirty="0">
                <a:latin typeface="+mn-lt"/>
                <a:cs typeface="Times New Roman" panose="02020603050405020304" pitchFamily="18" charset="0"/>
              </a:rPr>
              <a:t>The proposed process supports onboarding of new suppliers across MinRes operations, with reviewers responsible for validating supplier alignment with organizational procurement and safety standards before approval for engagement.</a:t>
            </a:r>
          </a:p>
          <a:p>
            <a:pPr marL="0" indent="0" algn="just">
              <a:spcBef>
                <a:spcPts val="600"/>
              </a:spcBef>
              <a:buNone/>
            </a:pPr>
            <a:endParaRPr lang="en-US" dirty="0"/>
          </a:p>
        </p:txBody>
      </p:sp>
    </p:spTree>
    <p:extLst>
      <p:ext uri="{BB962C8B-B14F-4D97-AF65-F5344CB8AC3E}">
        <p14:creationId xmlns:p14="http://schemas.microsoft.com/office/powerpoint/2010/main" val="36318784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8469-ABB5-3342-B173-EEB52D88371F}"/>
              </a:ext>
            </a:extLst>
          </p:cNvPr>
          <p:cNvSpPr>
            <a:spLocks noGrp="1"/>
          </p:cNvSpPr>
          <p:nvPr>
            <p:ph type="title"/>
          </p:nvPr>
        </p:nvSpPr>
        <p:spPr/>
        <p:txBody>
          <a:bodyPr/>
          <a:lstStyle/>
          <a:p>
            <a:r>
              <a:rPr lang="en-US">
                <a:solidFill>
                  <a:srgbClr val="CE372F"/>
                </a:solidFill>
                <a:latin typeface="Arial"/>
                <a:cs typeface="Arial"/>
              </a:rPr>
              <a:t>Business</a:t>
            </a:r>
            <a:r>
              <a:rPr lang="en-US">
                <a:latin typeface="Arial"/>
                <a:cs typeface="Arial"/>
              </a:rPr>
              <a:t> Problem (“however..”)</a:t>
            </a:r>
          </a:p>
        </p:txBody>
      </p:sp>
      <p:sp>
        <p:nvSpPr>
          <p:cNvPr id="7" name="Slide Number Placeholder 6">
            <a:extLst>
              <a:ext uri="{FF2B5EF4-FFF2-40B4-BE49-F238E27FC236}">
                <a16:creationId xmlns:a16="http://schemas.microsoft.com/office/drawing/2014/main" id="{3BA677B6-C3F7-7C04-A4C1-F39311C45BFF}"/>
              </a:ext>
            </a:extLst>
          </p:cNvPr>
          <p:cNvSpPr>
            <a:spLocks noGrp="1"/>
          </p:cNvSpPr>
          <p:nvPr>
            <p:ph type="sldNum" sz="quarter" idx="12"/>
          </p:nvPr>
        </p:nvSpPr>
        <p:spPr/>
        <p:txBody>
          <a:bodyPr/>
          <a:lstStyle/>
          <a:p>
            <a:fld id="{4B10911F-F04E-7D45-9841-71E6CFD429FE}" type="slidenum">
              <a:rPr lang="en-US" smtClean="0"/>
              <a:t>3</a:t>
            </a:fld>
            <a:endParaRPr lang="en-US"/>
          </a:p>
        </p:txBody>
      </p:sp>
      <p:sp>
        <p:nvSpPr>
          <p:cNvPr id="6" name="Content Placeholder 2">
            <a:extLst>
              <a:ext uri="{FF2B5EF4-FFF2-40B4-BE49-F238E27FC236}">
                <a16:creationId xmlns:a16="http://schemas.microsoft.com/office/drawing/2014/main" id="{5EF8B253-9AAA-FE08-1EE7-63A28388F15B}"/>
              </a:ext>
            </a:extLst>
          </p:cNvPr>
          <p:cNvSpPr>
            <a:spLocks noGrp="1"/>
          </p:cNvSpPr>
          <p:nvPr>
            <p:ph idx="1"/>
          </p:nvPr>
        </p:nvSpPr>
        <p:spPr>
          <a:xfrm>
            <a:off x="623888" y="1151164"/>
            <a:ext cx="10873698" cy="4931229"/>
          </a:xfrm>
        </p:spPr>
        <p:txBody>
          <a:bodyPr vert="horz" lIns="72000" tIns="0" rIns="72000" bIns="0" rtlCol="0" anchor="t">
            <a:normAutofit/>
          </a:bodyPr>
          <a:lstStyle/>
          <a:p>
            <a:pPr marL="0" indent="0" algn="just">
              <a:lnSpc>
                <a:spcPct val="150000"/>
              </a:lnSpc>
              <a:spcBef>
                <a:spcPts val="1200"/>
              </a:spcBef>
              <a:buNone/>
            </a:pPr>
            <a:r>
              <a:rPr lang="en-AU" sz="1200" dirty="0">
                <a:latin typeface="+mn-lt"/>
                <a:cs typeface="Times New Roman" panose="02020603050405020304" pitchFamily="18" charset="0"/>
              </a:rPr>
              <a:t>The current supplier prequalification process creates significant operational challenges. </a:t>
            </a:r>
          </a:p>
          <a:p>
            <a:pPr marL="0" indent="0" algn="just">
              <a:lnSpc>
                <a:spcPct val="150000"/>
              </a:lnSpc>
              <a:spcBef>
                <a:spcPts val="1200"/>
              </a:spcBef>
              <a:buNone/>
            </a:pPr>
            <a:r>
              <a:rPr lang="en-AU" sz="1200" dirty="0">
                <a:latin typeface="+mn-lt"/>
                <a:cs typeface="Times New Roman" panose="02020603050405020304" pitchFamily="18" charset="0"/>
              </a:rPr>
              <a:t>Manual review of supplier documentation is time-intensive, creating bottlenecks and delays in supplier onboarding. </a:t>
            </a:r>
          </a:p>
          <a:p>
            <a:pPr marL="0" indent="0" algn="just">
              <a:lnSpc>
                <a:spcPct val="150000"/>
              </a:lnSpc>
              <a:spcBef>
                <a:spcPts val="1200"/>
              </a:spcBef>
              <a:buNone/>
            </a:pPr>
            <a:r>
              <a:rPr lang="en-AU" sz="1200" dirty="0">
                <a:latin typeface="+mn-lt"/>
                <a:cs typeface="Times New Roman" panose="02020603050405020304" pitchFamily="18" charset="0"/>
              </a:rPr>
              <a:t>Prequalification outcomes are inconsistent, varying based on individual reviewer interpretation and expertise. </a:t>
            </a:r>
          </a:p>
          <a:p>
            <a:pPr marL="0" indent="0" algn="just">
              <a:lnSpc>
                <a:spcPct val="150000"/>
              </a:lnSpc>
              <a:spcBef>
                <a:spcPts val="1200"/>
              </a:spcBef>
              <a:buNone/>
            </a:pPr>
            <a:r>
              <a:rPr lang="en-AU" sz="1200" dirty="0">
                <a:latin typeface="+mn-lt"/>
                <a:cs typeface="Times New Roman" panose="02020603050405020304" pitchFamily="18" charset="0"/>
              </a:rPr>
              <a:t>The process is resource-heavy, requiring dedicated personnel to manage and execute </a:t>
            </a:r>
            <a:r>
              <a:rPr lang="en-AU" sz="1200" dirty="0" err="1">
                <a:latin typeface="+mn-lt"/>
                <a:cs typeface="Times New Roman" panose="02020603050405020304" pitchFamily="18" charset="0"/>
              </a:rPr>
              <a:t>prequalifications</a:t>
            </a:r>
            <a:r>
              <a:rPr lang="en-AU" sz="1200" dirty="0">
                <a:latin typeface="+mn-lt"/>
                <a:cs typeface="Times New Roman" panose="02020603050405020304" pitchFamily="18" charset="0"/>
              </a:rPr>
              <a:t> across all stages. </a:t>
            </a:r>
          </a:p>
          <a:p>
            <a:pPr marL="0" indent="0" algn="just">
              <a:lnSpc>
                <a:spcPct val="150000"/>
              </a:lnSpc>
              <a:spcBef>
                <a:spcPts val="1200"/>
              </a:spcBef>
              <a:buNone/>
            </a:pPr>
            <a:r>
              <a:rPr lang="en-AU" sz="1200" dirty="0">
                <a:latin typeface="+mn-lt"/>
                <a:cs typeface="Times New Roman" panose="02020603050405020304" pitchFamily="18" charset="0"/>
              </a:rPr>
              <a:t>As supplier volumes increase, the current manual mode cannot scale efficiently, limiting </a:t>
            </a:r>
            <a:r>
              <a:rPr lang="en-AU" sz="1200" dirty="0" err="1">
                <a:latin typeface="+mn-lt"/>
                <a:cs typeface="Times New Roman" panose="02020603050405020304" pitchFamily="18" charset="0"/>
              </a:rPr>
              <a:t>MinRes's</a:t>
            </a:r>
            <a:r>
              <a:rPr lang="en-AU" sz="1200" dirty="0">
                <a:latin typeface="+mn-lt"/>
                <a:cs typeface="Times New Roman" panose="02020603050405020304" pitchFamily="18" charset="0"/>
              </a:rPr>
              <a:t> ability to onboard new suppliers at the required pace. </a:t>
            </a:r>
          </a:p>
          <a:p>
            <a:pPr marL="0" indent="0" algn="just">
              <a:lnSpc>
                <a:spcPct val="150000"/>
              </a:lnSpc>
              <a:spcBef>
                <a:spcPts val="1200"/>
              </a:spcBef>
              <a:buNone/>
            </a:pPr>
            <a:r>
              <a:rPr lang="en-AU" sz="1200" dirty="0">
                <a:latin typeface="+mn-lt"/>
                <a:cs typeface="Times New Roman" panose="02020603050405020304" pitchFamily="18" charset="0"/>
              </a:rPr>
              <a:t>These inefficiencies impact both operational agility and resource allocation across the procurement function.</a:t>
            </a:r>
            <a:endParaRPr lang="en-US" dirty="0"/>
          </a:p>
        </p:txBody>
      </p:sp>
    </p:spTree>
    <p:extLst>
      <p:ext uri="{BB962C8B-B14F-4D97-AF65-F5344CB8AC3E}">
        <p14:creationId xmlns:p14="http://schemas.microsoft.com/office/powerpoint/2010/main" val="3056507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8469-ABB5-3342-B173-EEB52D88371F}"/>
              </a:ext>
            </a:extLst>
          </p:cNvPr>
          <p:cNvSpPr>
            <a:spLocks noGrp="1"/>
          </p:cNvSpPr>
          <p:nvPr>
            <p:ph type="title"/>
          </p:nvPr>
        </p:nvSpPr>
        <p:spPr/>
        <p:txBody>
          <a:bodyPr/>
          <a:lstStyle/>
          <a:p>
            <a:r>
              <a:rPr lang="en-US">
                <a:solidFill>
                  <a:srgbClr val="CE372F"/>
                </a:solidFill>
                <a:latin typeface="Arial"/>
                <a:cs typeface="Arial"/>
              </a:rPr>
              <a:t>Options/solutions (therefore..)</a:t>
            </a:r>
          </a:p>
        </p:txBody>
      </p:sp>
      <p:sp>
        <p:nvSpPr>
          <p:cNvPr id="7" name="Slide Number Placeholder 6">
            <a:extLst>
              <a:ext uri="{FF2B5EF4-FFF2-40B4-BE49-F238E27FC236}">
                <a16:creationId xmlns:a16="http://schemas.microsoft.com/office/drawing/2014/main" id="{3BA677B6-C3F7-7C04-A4C1-F39311C45BFF}"/>
              </a:ext>
            </a:extLst>
          </p:cNvPr>
          <p:cNvSpPr>
            <a:spLocks noGrp="1"/>
          </p:cNvSpPr>
          <p:nvPr>
            <p:ph type="sldNum" sz="quarter" idx="12"/>
          </p:nvPr>
        </p:nvSpPr>
        <p:spPr/>
        <p:txBody>
          <a:bodyPr/>
          <a:lstStyle/>
          <a:p>
            <a:fld id="{4B10911F-F04E-7D45-9841-71E6CFD429FE}" type="slidenum">
              <a:rPr lang="en-US" smtClean="0"/>
              <a:t>4</a:t>
            </a:fld>
            <a:endParaRPr lang="en-US"/>
          </a:p>
        </p:txBody>
      </p:sp>
      <p:sp>
        <p:nvSpPr>
          <p:cNvPr id="6" name="Content Placeholder 2">
            <a:extLst>
              <a:ext uri="{FF2B5EF4-FFF2-40B4-BE49-F238E27FC236}">
                <a16:creationId xmlns:a16="http://schemas.microsoft.com/office/drawing/2014/main" id="{01BDD19F-C9EF-F361-65DE-5F30E27113A1}"/>
              </a:ext>
            </a:extLst>
          </p:cNvPr>
          <p:cNvSpPr>
            <a:spLocks noGrp="1"/>
          </p:cNvSpPr>
          <p:nvPr>
            <p:ph idx="1"/>
          </p:nvPr>
        </p:nvSpPr>
        <p:spPr>
          <a:xfrm>
            <a:off x="623888" y="1151164"/>
            <a:ext cx="10873698" cy="4931229"/>
          </a:xfrm>
        </p:spPr>
        <p:txBody>
          <a:bodyPr vert="horz" lIns="72000" tIns="0" rIns="72000" bIns="0" rtlCol="0" anchor="t">
            <a:normAutofit/>
          </a:bodyPr>
          <a:lstStyle/>
          <a:p>
            <a:pPr marL="0" indent="0" algn="just">
              <a:lnSpc>
                <a:spcPct val="150000"/>
              </a:lnSpc>
              <a:spcBef>
                <a:spcPts val="1200"/>
              </a:spcBef>
              <a:buNone/>
            </a:pPr>
            <a:r>
              <a:rPr lang="en-AU" sz="1200" dirty="0">
                <a:latin typeface="+mn-lt"/>
                <a:cs typeface="Times New Roman" panose="02020603050405020304" pitchFamily="18" charset="0"/>
              </a:rPr>
              <a:t>MinRes will develop a phased AI-powered supplier prequalification platform to automate document analysis and assessment. </a:t>
            </a:r>
          </a:p>
          <a:p>
            <a:pPr marL="0" indent="0" algn="just">
              <a:lnSpc>
                <a:spcPct val="150000"/>
              </a:lnSpc>
              <a:spcBef>
                <a:spcPts val="1200"/>
              </a:spcBef>
              <a:buNone/>
            </a:pPr>
            <a:r>
              <a:rPr lang="en-AU" sz="1200" dirty="0">
                <a:latin typeface="+mn-lt"/>
                <a:cs typeface="Times New Roman" panose="02020603050405020304" pitchFamily="18" charset="0"/>
              </a:rPr>
              <a:t>Phase 1 establishes the core engine: suppliers submit documentation which the AI reads, interprets, and benchmarks against category-specific and safety management requirements, generating structured prequalification reports with human validation. </a:t>
            </a:r>
          </a:p>
          <a:p>
            <a:pPr marL="0" indent="0" algn="just">
              <a:lnSpc>
                <a:spcPct val="150000"/>
              </a:lnSpc>
              <a:spcBef>
                <a:spcPts val="1200"/>
              </a:spcBef>
              <a:buNone/>
            </a:pPr>
            <a:r>
              <a:rPr lang="en-AU" sz="1200" dirty="0">
                <a:latin typeface="+mn-lt"/>
                <a:cs typeface="Times New Roman" panose="02020603050405020304" pitchFamily="18" charset="0"/>
              </a:rPr>
              <a:t>Phase 2 automates Critical Risk verification, mapping supplier programs against MinRes standards with automated gap analysis. </a:t>
            </a:r>
          </a:p>
          <a:p>
            <a:pPr marL="0" indent="0" algn="just">
              <a:lnSpc>
                <a:spcPct val="150000"/>
              </a:lnSpc>
              <a:spcBef>
                <a:spcPts val="1200"/>
              </a:spcBef>
              <a:buNone/>
            </a:pPr>
            <a:r>
              <a:rPr lang="en-AU" sz="1200" dirty="0">
                <a:latin typeface="+mn-lt"/>
                <a:cs typeface="Times New Roman" panose="02020603050405020304" pitchFamily="18" charset="0"/>
              </a:rPr>
              <a:t>Phase 3 delivers advanced capabilities, generating customized infield verification tools and audit checklists mapped to supplier-specific risk controls. The platform retains human oversight at key decision points while delivering automation, consistency, and scalability across the prequalification lifecycle.</a:t>
            </a:r>
            <a:endParaRPr lang="en-US" dirty="0"/>
          </a:p>
        </p:txBody>
      </p:sp>
    </p:spTree>
    <p:extLst>
      <p:ext uri="{BB962C8B-B14F-4D97-AF65-F5344CB8AC3E}">
        <p14:creationId xmlns:p14="http://schemas.microsoft.com/office/powerpoint/2010/main" val="26890875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FCE24-1E3D-A5ED-93C7-6CEF51921ED4}"/>
              </a:ext>
            </a:extLst>
          </p:cNvPr>
          <p:cNvSpPr>
            <a:spLocks noGrp="1"/>
          </p:cNvSpPr>
          <p:nvPr>
            <p:ph type="title"/>
          </p:nvPr>
        </p:nvSpPr>
        <p:spPr/>
        <p:txBody>
          <a:bodyPr/>
          <a:lstStyle/>
          <a:p>
            <a:r>
              <a:rPr lang="en-AU"/>
              <a:t>High-level scope</a:t>
            </a:r>
          </a:p>
        </p:txBody>
      </p:sp>
      <p:sp>
        <p:nvSpPr>
          <p:cNvPr id="3" name="Content Placeholder 2">
            <a:extLst>
              <a:ext uri="{FF2B5EF4-FFF2-40B4-BE49-F238E27FC236}">
                <a16:creationId xmlns:a16="http://schemas.microsoft.com/office/drawing/2014/main" id="{21F02DA5-4A63-675A-F2DA-AEA37FAD45A3}"/>
              </a:ext>
            </a:extLst>
          </p:cNvPr>
          <p:cNvSpPr>
            <a:spLocks noGrp="1"/>
          </p:cNvSpPr>
          <p:nvPr>
            <p:ph idx="1"/>
          </p:nvPr>
        </p:nvSpPr>
        <p:spPr>
          <a:xfrm>
            <a:off x="623889" y="1191492"/>
            <a:ext cx="5256000" cy="4869872"/>
          </a:xfrm>
        </p:spPr>
        <p:txBody>
          <a:bodyPr vert="horz" lIns="0" tIns="0" rIns="0" bIns="0" rtlCol="0" anchor="t">
            <a:normAutofit/>
          </a:bodyPr>
          <a:lstStyle/>
          <a:p>
            <a:pPr marL="0" indent="0">
              <a:lnSpc>
                <a:spcPct val="100000"/>
              </a:lnSpc>
              <a:spcBef>
                <a:spcPts val="600"/>
              </a:spcBef>
              <a:buNone/>
            </a:pPr>
            <a:r>
              <a:rPr lang="en-AU" dirty="0">
                <a:solidFill>
                  <a:schemeClr val="accent1"/>
                </a:solidFill>
                <a:latin typeface="Arial"/>
                <a:cs typeface="Arial"/>
              </a:rPr>
              <a:t>In Scope</a:t>
            </a:r>
          </a:p>
          <a:p>
            <a:pPr marL="0" indent="0">
              <a:spcBef>
                <a:spcPts val="600"/>
              </a:spcBef>
              <a:buNone/>
            </a:pPr>
            <a:r>
              <a:rPr lang="en-AU" sz="1200" dirty="0">
                <a:latin typeface="Arial"/>
                <a:cs typeface="Arial"/>
              </a:rPr>
              <a:t>The following is the high-level scope for the DTS Project Delivery team:</a:t>
            </a:r>
          </a:p>
          <a:p>
            <a:pPr marL="569595" indent="-285750">
              <a:lnSpc>
                <a:spcPct val="150000"/>
              </a:lnSpc>
            </a:pPr>
            <a:r>
              <a:rPr lang="en-AU" sz="1200" dirty="0">
                <a:latin typeface="Arial"/>
                <a:cs typeface="Arial"/>
              </a:rPr>
              <a:t>AI-powered document upload, interpretation, and analysis platform</a:t>
            </a:r>
          </a:p>
          <a:p>
            <a:pPr marL="569595" indent="-285750">
              <a:lnSpc>
                <a:spcPct val="150000"/>
              </a:lnSpc>
            </a:pPr>
            <a:r>
              <a:rPr lang="en-AU" sz="1200" dirty="0">
                <a:latin typeface="Arial"/>
                <a:cs typeface="Arial"/>
              </a:rPr>
              <a:t>Automated benchmarking against category-specific requirements and safety management standards</a:t>
            </a:r>
          </a:p>
          <a:p>
            <a:pPr marL="569595" indent="-285750">
              <a:lnSpc>
                <a:spcPct val="150000"/>
              </a:lnSpc>
            </a:pPr>
            <a:r>
              <a:rPr lang="en-AU" sz="1200" dirty="0">
                <a:latin typeface="Arial"/>
                <a:cs typeface="Arial"/>
              </a:rPr>
              <a:t>Structured prequalification report generation with human validation workflow- Critical Risk verification and automated gap analysis (Phase 2)</a:t>
            </a:r>
          </a:p>
          <a:p>
            <a:pPr marL="569595" indent="-285750">
              <a:lnSpc>
                <a:spcPct val="150000"/>
              </a:lnSpc>
            </a:pPr>
            <a:r>
              <a:rPr lang="en-AU" sz="1200" dirty="0">
                <a:latin typeface="Arial"/>
                <a:cs typeface="Arial"/>
              </a:rPr>
              <a:t>Custom infield verification tool generation: audit checklists and assessment frameworks (Phase 3)</a:t>
            </a:r>
          </a:p>
          <a:p>
            <a:pPr marL="569595" indent="-285750">
              <a:lnSpc>
                <a:spcPct val="150000"/>
              </a:lnSpc>
            </a:pPr>
            <a:r>
              <a:rPr lang="en-AU" sz="1200" dirty="0">
                <a:latin typeface="Arial"/>
                <a:cs typeface="Arial"/>
              </a:rPr>
              <a:t> Integration with existing supplier management workflows- Audit trail and compliance tracking capabilities</a:t>
            </a:r>
          </a:p>
          <a:p>
            <a:pPr marL="569595" indent="-285750">
              <a:lnSpc>
                <a:spcPct val="150000"/>
              </a:lnSpc>
            </a:pPr>
            <a:r>
              <a:rPr lang="en-AU" sz="1200" dirty="0">
                <a:latin typeface="Arial"/>
                <a:cs typeface="Arial"/>
              </a:rPr>
              <a:t>Trial period for testing, calibration, and refinement of AI outputs</a:t>
            </a:r>
            <a:endParaRPr lang="en-AU" sz="1200" dirty="0"/>
          </a:p>
          <a:p>
            <a:pPr marL="144145" indent="-144145">
              <a:spcBef>
                <a:spcPts val="600"/>
              </a:spcBef>
            </a:pPr>
            <a:endParaRPr lang="en-AU" dirty="0"/>
          </a:p>
          <a:p>
            <a:pPr marL="317500" lvl="1" indent="-172720">
              <a:spcBef>
                <a:spcPts val="600"/>
              </a:spcBef>
            </a:pPr>
            <a:endParaRPr lang="en-AU" dirty="0"/>
          </a:p>
          <a:p>
            <a:pPr marL="317500" lvl="1" indent="-172720">
              <a:spcBef>
                <a:spcPts val="600"/>
              </a:spcBef>
            </a:pPr>
            <a:endParaRPr lang="en-AU" dirty="0"/>
          </a:p>
          <a:p>
            <a:pPr marL="144145" indent="-144145">
              <a:spcBef>
                <a:spcPts val="600"/>
              </a:spcBef>
            </a:pPr>
            <a:endParaRPr lang="en-AU" dirty="0"/>
          </a:p>
          <a:p>
            <a:pPr marL="0" indent="0">
              <a:spcBef>
                <a:spcPts val="600"/>
              </a:spcBef>
              <a:buNone/>
            </a:pPr>
            <a:endParaRPr lang="en-US" dirty="0"/>
          </a:p>
        </p:txBody>
      </p:sp>
      <p:sp>
        <p:nvSpPr>
          <p:cNvPr id="5" name="Slide Number Placeholder 4">
            <a:extLst>
              <a:ext uri="{FF2B5EF4-FFF2-40B4-BE49-F238E27FC236}">
                <a16:creationId xmlns:a16="http://schemas.microsoft.com/office/drawing/2014/main" id="{D71D4F41-1298-C2A9-D7B7-1306966D7942}"/>
              </a:ext>
            </a:extLst>
          </p:cNvPr>
          <p:cNvSpPr>
            <a:spLocks noGrp="1"/>
          </p:cNvSpPr>
          <p:nvPr>
            <p:ph type="sldNum" sz="quarter" idx="12"/>
          </p:nvPr>
        </p:nvSpPr>
        <p:spPr/>
        <p:txBody>
          <a:bodyPr/>
          <a:lstStyle/>
          <a:p>
            <a:fld id="{4B10911F-F04E-7D45-9841-71E6CFD429FE}" type="slidenum">
              <a:rPr lang="en-US" smtClean="0"/>
              <a:t>5</a:t>
            </a:fld>
            <a:endParaRPr lang="en-US"/>
          </a:p>
        </p:txBody>
      </p:sp>
      <p:sp>
        <p:nvSpPr>
          <p:cNvPr id="6" name="Content Placeholder 5">
            <a:extLst>
              <a:ext uri="{FF2B5EF4-FFF2-40B4-BE49-F238E27FC236}">
                <a16:creationId xmlns:a16="http://schemas.microsoft.com/office/drawing/2014/main" id="{CDB45A7B-BE98-7503-7E1A-4F91AF84AD66}"/>
              </a:ext>
            </a:extLst>
          </p:cNvPr>
          <p:cNvSpPr>
            <a:spLocks noGrp="1"/>
          </p:cNvSpPr>
          <p:nvPr>
            <p:ph idx="13"/>
          </p:nvPr>
        </p:nvSpPr>
        <p:spPr>
          <a:xfrm>
            <a:off x="6096000" y="1191492"/>
            <a:ext cx="5256000" cy="4869872"/>
          </a:xfrm>
        </p:spPr>
        <p:txBody>
          <a:bodyPr vert="horz" lIns="0" tIns="0" rIns="0" bIns="0" rtlCol="0" anchor="t">
            <a:normAutofit/>
          </a:bodyPr>
          <a:lstStyle/>
          <a:p>
            <a:pPr marL="0" indent="0">
              <a:lnSpc>
                <a:spcPct val="100000"/>
              </a:lnSpc>
              <a:spcBef>
                <a:spcPts val="600"/>
              </a:spcBef>
              <a:buNone/>
            </a:pPr>
            <a:r>
              <a:rPr lang="en-AU" dirty="0">
                <a:solidFill>
                  <a:schemeClr val="accent1"/>
                </a:solidFill>
                <a:latin typeface="Arial"/>
                <a:cs typeface="Arial"/>
              </a:rPr>
              <a:t>Out of Scope</a:t>
            </a:r>
          </a:p>
          <a:p>
            <a:pPr marL="144145" indent="-144145">
              <a:lnSpc>
                <a:spcPct val="150000"/>
              </a:lnSpc>
              <a:spcBef>
                <a:spcPts val="600"/>
              </a:spcBef>
            </a:pPr>
            <a:r>
              <a:rPr lang="en-AU" sz="1200" dirty="0">
                <a:latin typeface="Arial"/>
                <a:cs typeface="Arial"/>
              </a:rPr>
              <a:t>Initial supplier contact and document collection (remains manual touchpoint)</a:t>
            </a:r>
          </a:p>
          <a:p>
            <a:pPr marL="144145" indent="-144145">
              <a:lnSpc>
                <a:spcPct val="150000"/>
              </a:lnSpc>
              <a:spcBef>
                <a:spcPts val="600"/>
              </a:spcBef>
            </a:pPr>
            <a:r>
              <a:rPr lang="en-AU" sz="1200" dirty="0">
                <a:latin typeface="Arial"/>
                <a:cs typeface="Arial"/>
              </a:rPr>
              <a:t>Complete replacement of human review and professional judgement</a:t>
            </a:r>
          </a:p>
          <a:p>
            <a:pPr marL="144145" indent="-144145">
              <a:lnSpc>
                <a:spcPct val="150000"/>
              </a:lnSpc>
              <a:spcBef>
                <a:spcPts val="600"/>
              </a:spcBef>
            </a:pPr>
            <a:r>
              <a:rPr lang="en-AU" sz="1200" dirty="0">
                <a:latin typeface="Arial"/>
                <a:cs typeface="Arial"/>
              </a:rPr>
              <a:t>Supplier performance monitoring and ongoing assurance (future capability)</a:t>
            </a:r>
          </a:p>
          <a:p>
            <a:pPr marL="144145" indent="-144145">
              <a:lnSpc>
                <a:spcPct val="150000"/>
              </a:lnSpc>
              <a:spcBef>
                <a:spcPts val="600"/>
              </a:spcBef>
            </a:pPr>
            <a:r>
              <a:rPr lang="en-AU" sz="1200" dirty="0">
                <a:latin typeface="Arial"/>
                <a:cs typeface="Arial"/>
              </a:rPr>
              <a:t>Modifications to existing supplier management systems- Supplier relationship management functions</a:t>
            </a:r>
          </a:p>
          <a:p>
            <a:pPr marL="144145" indent="-144145">
              <a:lnSpc>
                <a:spcPct val="150000"/>
              </a:lnSpc>
              <a:spcBef>
                <a:spcPts val="600"/>
              </a:spcBef>
            </a:pPr>
            <a:r>
              <a:rPr lang="en-AU" sz="1200" dirty="0">
                <a:latin typeface="Arial"/>
                <a:cs typeface="Arial"/>
              </a:rPr>
              <a:t>Contract negotiation and commercial terms</a:t>
            </a:r>
          </a:p>
          <a:p>
            <a:pPr marL="144145" indent="-144145">
              <a:lnSpc>
                <a:spcPct val="150000"/>
              </a:lnSpc>
              <a:spcBef>
                <a:spcPts val="600"/>
              </a:spcBef>
            </a:pPr>
            <a:r>
              <a:rPr lang="en-AU" sz="1200" dirty="0">
                <a:latin typeface="Arial"/>
                <a:cs typeface="Arial"/>
              </a:rPr>
              <a:t>Supplier payment and invoice processing</a:t>
            </a:r>
            <a:endParaRPr lang="en-US" sz="1200" dirty="0">
              <a:latin typeface="Arial"/>
              <a:cs typeface="Arial"/>
            </a:endParaRPr>
          </a:p>
        </p:txBody>
      </p:sp>
    </p:spTree>
    <p:extLst>
      <p:ext uri="{BB962C8B-B14F-4D97-AF65-F5344CB8AC3E}">
        <p14:creationId xmlns:p14="http://schemas.microsoft.com/office/powerpoint/2010/main" val="16942077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8469-ABB5-3342-B173-EEB52D88371F}"/>
              </a:ext>
            </a:extLst>
          </p:cNvPr>
          <p:cNvSpPr>
            <a:spLocks noGrp="1"/>
          </p:cNvSpPr>
          <p:nvPr>
            <p:ph type="title"/>
          </p:nvPr>
        </p:nvSpPr>
        <p:spPr/>
        <p:txBody>
          <a:bodyPr/>
          <a:lstStyle/>
          <a:p>
            <a:r>
              <a:rPr lang="en-US">
                <a:solidFill>
                  <a:srgbClr val="CE372F"/>
                </a:solidFill>
                <a:latin typeface="Arial"/>
                <a:cs typeface="Arial"/>
              </a:rPr>
              <a:t>Business </a:t>
            </a:r>
            <a:r>
              <a:rPr lang="en-US">
                <a:latin typeface="Arial"/>
                <a:cs typeface="Arial"/>
              </a:rPr>
              <a:t>Benefits / Value</a:t>
            </a:r>
          </a:p>
        </p:txBody>
      </p:sp>
      <p:sp>
        <p:nvSpPr>
          <p:cNvPr id="7" name="Slide Number Placeholder 6">
            <a:extLst>
              <a:ext uri="{FF2B5EF4-FFF2-40B4-BE49-F238E27FC236}">
                <a16:creationId xmlns:a16="http://schemas.microsoft.com/office/drawing/2014/main" id="{3BA677B6-C3F7-7C04-A4C1-F39311C45BFF}"/>
              </a:ext>
            </a:extLst>
          </p:cNvPr>
          <p:cNvSpPr>
            <a:spLocks noGrp="1"/>
          </p:cNvSpPr>
          <p:nvPr>
            <p:ph type="sldNum" sz="quarter" idx="12"/>
          </p:nvPr>
        </p:nvSpPr>
        <p:spPr/>
        <p:txBody>
          <a:bodyPr/>
          <a:lstStyle/>
          <a:p>
            <a:fld id="{4B10911F-F04E-7D45-9841-71E6CFD429FE}" type="slidenum">
              <a:rPr lang="en-US" smtClean="0"/>
              <a:t>6</a:t>
            </a:fld>
            <a:endParaRPr lang="en-US"/>
          </a:p>
        </p:txBody>
      </p:sp>
      <p:sp>
        <p:nvSpPr>
          <p:cNvPr id="6" name="Content Placeholder 2">
            <a:extLst>
              <a:ext uri="{FF2B5EF4-FFF2-40B4-BE49-F238E27FC236}">
                <a16:creationId xmlns:a16="http://schemas.microsoft.com/office/drawing/2014/main" id="{BDF56D42-2B01-C24B-E0E0-7C01F8509242}"/>
              </a:ext>
            </a:extLst>
          </p:cNvPr>
          <p:cNvSpPr>
            <a:spLocks noGrp="1"/>
          </p:cNvSpPr>
          <p:nvPr>
            <p:ph idx="1"/>
          </p:nvPr>
        </p:nvSpPr>
        <p:spPr>
          <a:xfrm>
            <a:off x="623888" y="1151164"/>
            <a:ext cx="10873698" cy="4931229"/>
          </a:xfrm>
        </p:spPr>
        <p:txBody>
          <a:bodyPr vert="horz" lIns="72000" tIns="0" rIns="72000" bIns="0" rtlCol="0" anchor="t">
            <a:normAutofit/>
          </a:bodyPr>
          <a:lstStyle/>
          <a:p>
            <a:pPr marL="0" indent="0" algn="just">
              <a:lnSpc>
                <a:spcPct val="150000"/>
              </a:lnSpc>
              <a:spcBef>
                <a:spcPts val="1200"/>
              </a:spcBef>
              <a:buNone/>
            </a:pPr>
            <a:r>
              <a:rPr lang="en-AU" sz="1200" dirty="0">
                <a:latin typeface="+mn-lt"/>
                <a:cs typeface="Times New Roman" panose="02020603050405020304" pitchFamily="18" charset="0"/>
              </a:rPr>
              <a:t>If we implement this AI-powered platform, then MinRes will achieve:</a:t>
            </a:r>
          </a:p>
          <a:p>
            <a:pPr algn="just">
              <a:lnSpc>
                <a:spcPct val="150000"/>
              </a:lnSpc>
              <a:spcBef>
                <a:spcPts val="1200"/>
              </a:spcBef>
            </a:pPr>
            <a:r>
              <a:rPr lang="en-AU" sz="1200" b="1" dirty="0">
                <a:latin typeface="+mn-lt"/>
                <a:cs typeface="Times New Roman" panose="02020603050405020304" pitchFamily="18" charset="0"/>
              </a:rPr>
              <a:t>Time Reduction: </a:t>
            </a:r>
            <a:r>
              <a:rPr lang="en-AU" sz="1200" dirty="0">
                <a:latin typeface="+mn-lt"/>
                <a:cs typeface="Times New Roman" panose="02020603050405020304" pitchFamily="18" charset="0"/>
              </a:rPr>
              <a:t>Significant decrease in manual review time per supplier prequalification, accelerating supplier onboarding cycles</a:t>
            </a:r>
          </a:p>
          <a:p>
            <a:pPr algn="just">
              <a:lnSpc>
                <a:spcPct val="150000"/>
              </a:lnSpc>
              <a:spcBef>
                <a:spcPts val="1200"/>
              </a:spcBef>
            </a:pPr>
            <a:r>
              <a:rPr lang="en-AU" sz="1200" b="1" dirty="0">
                <a:latin typeface="+mn-lt"/>
                <a:cs typeface="Times New Roman" panose="02020603050405020304" pitchFamily="18" charset="0"/>
              </a:rPr>
              <a:t>Cost Savings: </a:t>
            </a:r>
            <a:r>
              <a:rPr lang="en-AU" sz="1200" dirty="0">
                <a:latin typeface="+mn-lt"/>
                <a:cs typeface="Times New Roman" panose="02020603050405020304" pitchFamily="18" charset="0"/>
              </a:rPr>
              <a:t>Reduced resource requirements through automation, minimizing need for dedicated prequalification personnel</a:t>
            </a:r>
          </a:p>
          <a:p>
            <a:pPr algn="just">
              <a:lnSpc>
                <a:spcPct val="150000"/>
              </a:lnSpc>
              <a:spcBef>
                <a:spcPts val="1200"/>
              </a:spcBef>
            </a:pPr>
            <a:r>
              <a:rPr lang="en-AU" sz="1200" b="1" dirty="0">
                <a:latin typeface="+mn-lt"/>
                <a:cs typeface="Times New Roman" panose="02020603050405020304" pitchFamily="18" charset="0"/>
              </a:rPr>
              <a:t>Consistency Improvement: </a:t>
            </a:r>
            <a:r>
              <a:rPr lang="en-AU" sz="1200" dirty="0">
                <a:latin typeface="+mn-lt"/>
                <a:cs typeface="Times New Roman" panose="02020603050405020304" pitchFamily="18" charset="0"/>
              </a:rPr>
              <a:t>Standardized assessment outcomes independent of individual reviewer expertise or interpretation</a:t>
            </a:r>
          </a:p>
          <a:p>
            <a:pPr algn="just">
              <a:lnSpc>
                <a:spcPct val="150000"/>
              </a:lnSpc>
              <a:spcBef>
                <a:spcPts val="1200"/>
              </a:spcBef>
            </a:pPr>
            <a:r>
              <a:rPr lang="en-AU" sz="1200" b="1" dirty="0">
                <a:latin typeface="+mn-lt"/>
                <a:cs typeface="Times New Roman" panose="02020603050405020304" pitchFamily="18" charset="0"/>
              </a:rPr>
              <a:t>Scalability</a:t>
            </a:r>
            <a:r>
              <a:rPr lang="en-AU" sz="1200" dirty="0">
                <a:latin typeface="+mn-lt"/>
                <a:cs typeface="Times New Roman" panose="02020603050405020304" pitchFamily="18" charset="0"/>
              </a:rPr>
              <a:t>: Efficient processing of increased supplier volumes without proportional resource increases</a:t>
            </a:r>
          </a:p>
          <a:p>
            <a:pPr algn="just">
              <a:lnSpc>
                <a:spcPct val="150000"/>
              </a:lnSpc>
              <a:spcBef>
                <a:spcPts val="1200"/>
              </a:spcBef>
            </a:pPr>
            <a:r>
              <a:rPr lang="en-AU" sz="1200" b="1" dirty="0">
                <a:latin typeface="+mn-lt"/>
                <a:cs typeface="Times New Roman" panose="02020603050405020304" pitchFamily="18" charset="0"/>
              </a:rPr>
              <a:t>Risk Mitigation: </a:t>
            </a:r>
            <a:r>
              <a:rPr lang="en-AU" sz="1200" dirty="0">
                <a:latin typeface="+mn-lt"/>
                <a:cs typeface="Times New Roman" panose="02020603050405020304" pitchFamily="18" charset="0"/>
              </a:rPr>
              <a:t>Enhanced accuracy in Critical Risk verification and gap analysis, improving supplier safety compliance</a:t>
            </a:r>
          </a:p>
          <a:p>
            <a:pPr algn="just">
              <a:lnSpc>
                <a:spcPct val="150000"/>
              </a:lnSpc>
              <a:spcBef>
                <a:spcPts val="1200"/>
              </a:spcBef>
            </a:pPr>
            <a:r>
              <a:rPr lang="en-AU" sz="1200" b="1" dirty="0">
                <a:latin typeface="+mn-lt"/>
                <a:cs typeface="Times New Roman" panose="02020603050405020304" pitchFamily="18" charset="0"/>
              </a:rPr>
              <a:t>Operational Efficiency: </a:t>
            </a:r>
            <a:r>
              <a:rPr lang="en-AU" sz="1200" dirty="0">
                <a:latin typeface="+mn-lt"/>
                <a:cs typeface="Times New Roman" panose="02020603050405020304" pitchFamily="18" charset="0"/>
              </a:rPr>
              <a:t>Automated generation of field verification tools, enabling faster and more structured supplier audits</a:t>
            </a:r>
          </a:p>
          <a:p>
            <a:pPr algn="just">
              <a:lnSpc>
                <a:spcPct val="150000"/>
              </a:lnSpc>
              <a:spcBef>
                <a:spcPts val="1200"/>
              </a:spcBef>
            </a:pPr>
            <a:r>
              <a:rPr lang="en-AU" sz="1200" b="1" dirty="0">
                <a:latin typeface="+mn-lt"/>
                <a:cs typeface="Times New Roman" panose="02020603050405020304" pitchFamily="18" charset="0"/>
              </a:rPr>
              <a:t>Quality Assurance: </a:t>
            </a:r>
            <a:r>
              <a:rPr lang="en-AU" sz="1200" dirty="0">
                <a:latin typeface="+mn-lt"/>
                <a:cs typeface="Times New Roman" panose="02020603050405020304" pitchFamily="18" charset="0"/>
              </a:rPr>
              <a:t>Maintained human oversight at decision points while reducing manual effort by [XX]%</a:t>
            </a:r>
            <a:endParaRPr lang="en-US" dirty="0"/>
          </a:p>
        </p:txBody>
      </p:sp>
    </p:spTree>
    <p:extLst>
      <p:ext uri="{BB962C8B-B14F-4D97-AF65-F5344CB8AC3E}">
        <p14:creationId xmlns:p14="http://schemas.microsoft.com/office/powerpoint/2010/main" val="4020006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48469-ABB5-3342-B173-EEB52D88371F}"/>
              </a:ext>
            </a:extLst>
          </p:cNvPr>
          <p:cNvSpPr>
            <a:spLocks noGrp="1"/>
          </p:cNvSpPr>
          <p:nvPr>
            <p:ph type="title"/>
          </p:nvPr>
        </p:nvSpPr>
        <p:spPr>
          <a:xfrm>
            <a:off x="623888" y="0"/>
            <a:ext cx="10728325" cy="1065402"/>
          </a:xfrm>
        </p:spPr>
        <p:txBody>
          <a:bodyPr/>
          <a:lstStyle/>
          <a:p>
            <a:r>
              <a:rPr lang="en-US" dirty="0">
                <a:solidFill>
                  <a:srgbClr val="CE372F"/>
                </a:solidFill>
                <a:latin typeface="Arial"/>
                <a:cs typeface="Arial"/>
              </a:rPr>
              <a:t>Risks</a:t>
            </a:r>
            <a:endParaRPr lang="en-US" dirty="0"/>
          </a:p>
        </p:txBody>
      </p:sp>
      <p:graphicFrame>
        <p:nvGraphicFramePr>
          <p:cNvPr id="8" name="Table 5">
            <a:extLst>
              <a:ext uri="{FF2B5EF4-FFF2-40B4-BE49-F238E27FC236}">
                <a16:creationId xmlns:a16="http://schemas.microsoft.com/office/drawing/2014/main" id="{095934E6-E823-65CF-D7A7-B02FC3506990}"/>
              </a:ext>
            </a:extLst>
          </p:cNvPr>
          <p:cNvGraphicFramePr>
            <a:graphicFrameLocks noGrp="1"/>
          </p:cNvGraphicFramePr>
          <p:nvPr>
            <p:extLst>
              <p:ext uri="{D42A27DB-BD31-4B8C-83A1-F6EECF244321}">
                <p14:modId xmlns:p14="http://schemas.microsoft.com/office/powerpoint/2010/main" val="3810555129"/>
              </p:ext>
            </p:extLst>
          </p:nvPr>
        </p:nvGraphicFramePr>
        <p:xfrm>
          <a:off x="623887" y="1433039"/>
          <a:ext cx="10726737" cy="1354464"/>
        </p:xfrm>
        <a:graphic>
          <a:graphicData uri="http://schemas.openxmlformats.org/drawingml/2006/table">
            <a:tbl>
              <a:tblPr firstRow="1" bandRow="1">
                <a:tableStyleId>{5C22544A-7EE6-4342-B048-85BDC9FD1C3A}</a:tableStyleId>
              </a:tblPr>
              <a:tblGrid>
                <a:gridCol w="4405313">
                  <a:extLst>
                    <a:ext uri="{9D8B030D-6E8A-4147-A177-3AD203B41FA5}">
                      <a16:colId xmlns:a16="http://schemas.microsoft.com/office/drawing/2014/main" val="3521055091"/>
                    </a:ext>
                  </a:extLst>
                </a:gridCol>
                <a:gridCol w="1069848">
                  <a:extLst>
                    <a:ext uri="{9D8B030D-6E8A-4147-A177-3AD203B41FA5}">
                      <a16:colId xmlns:a16="http://schemas.microsoft.com/office/drawing/2014/main" val="2102219645"/>
                    </a:ext>
                  </a:extLst>
                </a:gridCol>
                <a:gridCol w="1051560">
                  <a:extLst>
                    <a:ext uri="{9D8B030D-6E8A-4147-A177-3AD203B41FA5}">
                      <a16:colId xmlns:a16="http://schemas.microsoft.com/office/drawing/2014/main" val="4061625049"/>
                    </a:ext>
                  </a:extLst>
                </a:gridCol>
                <a:gridCol w="4200016">
                  <a:extLst>
                    <a:ext uri="{9D8B030D-6E8A-4147-A177-3AD203B41FA5}">
                      <a16:colId xmlns:a16="http://schemas.microsoft.com/office/drawing/2014/main" val="3630151145"/>
                    </a:ext>
                  </a:extLst>
                </a:gridCol>
              </a:tblGrid>
              <a:tr h="0">
                <a:tc>
                  <a:txBody>
                    <a:bodyPr/>
                    <a:lstStyle/>
                    <a:p>
                      <a:r>
                        <a:rPr lang="en-AU" sz="900" dirty="0"/>
                        <a:t>Risk</a:t>
                      </a:r>
                    </a:p>
                  </a:txBody>
                  <a:tcPr anchor="ctr"/>
                </a:tc>
                <a:tc>
                  <a:txBody>
                    <a:bodyPr/>
                    <a:lstStyle/>
                    <a:p>
                      <a:r>
                        <a:rPr lang="en-AU" sz="900" dirty="0"/>
                        <a:t>Impact</a:t>
                      </a:r>
                    </a:p>
                  </a:txBody>
                  <a:tcPr anchor="ctr"/>
                </a:tc>
                <a:tc>
                  <a:txBody>
                    <a:bodyPr/>
                    <a:lstStyle/>
                    <a:p>
                      <a:r>
                        <a:rPr lang="en-AU" sz="900"/>
                        <a:t>Likelihood</a:t>
                      </a:r>
                    </a:p>
                  </a:txBody>
                  <a:tcPr anchor="ctr"/>
                </a:tc>
                <a:tc>
                  <a:txBody>
                    <a:bodyPr/>
                    <a:lstStyle/>
                    <a:p>
                      <a:r>
                        <a:rPr lang="en-AU" sz="900" dirty="0"/>
                        <a:t>Mitigation</a:t>
                      </a:r>
                    </a:p>
                  </a:txBody>
                  <a:tcPr anchor="ctr"/>
                </a:tc>
                <a:extLst>
                  <a:ext uri="{0D108BD9-81ED-4DB2-BD59-A6C34878D82A}">
                    <a16:rowId xmlns:a16="http://schemas.microsoft.com/office/drawing/2014/main" val="2847077"/>
                  </a:ext>
                </a:extLst>
              </a:tr>
              <a:tr h="281466">
                <a:tc>
                  <a:txBody>
                    <a:bodyPr/>
                    <a:lstStyle/>
                    <a:p>
                      <a:endParaRPr lang="en-AU" sz="900" dirty="0"/>
                    </a:p>
                  </a:txBody>
                  <a:tcPr anchor="ctr"/>
                </a:tc>
                <a:tc>
                  <a:txBody>
                    <a:bodyPr/>
                    <a:lstStyle/>
                    <a:p>
                      <a:endParaRPr lang="en-AU" sz="900"/>
                    </a:p>
                  </a:txBody>
                  <a:tcPr anchor="ctr"/>
                </a:tc>
                <a:tc>
                  <a:txBody>
                    <a:bodyPr/>
                    <a:lstStyle/>
                    <a:p>
                      <a:endParaRPr lang="en-AU" sz="900"/>
                    </a:p>
                  </a:txBody>
                  <a:tcPr anchor="ctr"/>
                </a:tc>
                <a:tc>
                  <a:txBody>
                    <a:bodyPr/>
                    <a:lstStyle/>
                    <a:p>
                      <a:endParaRPr lang="en-AU" sz="900"/>
                    </a:p>
                  </a:txBody>
                  <a:tcPr anchor="ctr"/>
                </a:tc>
                <a:extLst>
                  <a:ext uri="{0D108BD9-81ED-4DB2-BD59-A6C34878D82A}">
                    <a16:rowId xmlns:a16="http://schemas.microsoft.com/office/drawing/2014/main" val="4178849076"/>
                  </a:ext>
                </a:extLst>
              </a:tr>
              <a:tr h="281466">
                <a:tc>
                  <a:txBody>
                    <a:bodyPr/>
                    <a:lstStyle/>
                    <a:p>
                      <a:endParaRPr lang="en-AU" sz="900" dirty="0"/>
                    </a:p>
                  </a:txBody>
                  <a:tcPr anchor="ctr"/>
                </a:tc>
                <a:tc>
                  <a:txBody>
                    <a:bodyPr/>
                    <a:lstStyle/>
                    <a:p>
                      <a:endParaRPr lang="en-AU" sz="900"/>
                    </a:p>
                  </a:txBody>
                  <a:tcPr anchor="ctr"/>
                </a:tc>
                <a:tc>
                  <a:txBody>
                    <a:bodyPr/>
                    <a:lstStyle/>
                    <a:p>
                      <a:endParaRPr lang="en-AU" sz="900"/>
                    </a:p>
                  </a:txBody>
                  <a:tcPr anchor="ctr"/>
                </a:tc>
                <a:tc>
                  <a:txBody>
                    <a:bodyPr/>
                    <a:lstStyle/>
                    <a:p>
                      <a:endParaRPr lang="en-AU" sz="900"/>
                    </a:p>
                  </a:txBody>
                  <a:tcPr anchor="ctr"/>
                </a:tc>
                <a:extLst>
                  <a:ext uri="{0D108BD9-81ED-4DB2-BD59-A6C34878D82A}">
                    <a16:rowId xmlns:a16="http://schemas.microsoft.com/office/drawing/2014/main" val="2774683152"/>
                  </a:ext>
                </a:extLst>
              </a:tr>
              <a:tr h="281466">
                <a:tc>
                  <a:txBody>
                    <a:bodyPr/>
                    <a:lstStyle/>
                    <a:p>
                      <a:endParaRPr lang="en-AU" sz="900"/>
                    </a:p>
                  </a:txBody>
                  <a:tcPr anchor="ctr"/>
                </a:tc>
                <a:tc>
                  <a:txBody>
                    <a:bodyPr/>
                    <a:lstStyle/>
                    <a:p>
                      <a:endParaRPr lang="en-AU" sz="900"/>
                    </a:p>
                  </a:txBody>
                  <a:tcPr anchor="ctr"/>
                </a:tc>
                <a:tc>
                  <a:txBody>
                    <a:bodyPr/>
                    <a:lstStyle/>
                    <a:p>
                      <a:endParaRPr lang="en-AU" sz="900"/>
                    </a:p>
                  </a:txBody>
                  <a:tcPr anchor="ctr"/>
                </a:tc>
                <a:tc>
                  <a:txBody>
                    <a:bodyPr/>
                    <a:lstStyle/>
                    <a:p>
                      <a:endParaRPr lang="en-AU" sz="900"/>
                    </a:p>
                  </a:txBody>
                  <a:tcPr anchor="ctr"/>
                </a:tc>
                <a:extLst>
                  <a:ext uri="{0D108BD9-81ED-4DB2-BD59-A6C34878D82A}">
                    <a16:rowId xmlns:a16="http://schemas.microsoft.com/office/drawing/2014/main" val="2548954997"/>
                  </a:ext>
                </a:extLst>
              </a:tr>
              <a:tr h="281466">
                <a:tc>
                  <a:txBody>
                    <a:bodyPr/>
                    <a:lstStyle/>
                    <a:p>
                      <a:endParaRPr lang="en-AU" sz="900"/>
                    </a:p>
                  </a:txBody>
                  <a:tcPr anchor="ctr"/>
                </a:tc>
                <a:tc>
                  <a:txBody>
                    <a:bodyPr/>
                    <a:lstStyle/>
                    <a:p>
                      <a:endParaRPr lang="en-AU" sz="900" dirty="0"/>
                    </a:p>
                  </a:txBody>
                  <a:tcPr anchor="ctr"/>
                </a:tc>
                <a:tc>
                  <a:txBody>
                    <a:bodyPr/>
                    <a:lstStyle/>
                    <a:p>
                      <a:endParaRPr lang="en-AU" sz="900"/>
                    </a:p>
                  </a:txBody>
                  <a:tcPr anchor="ctr"/>
                </a:tc>
                <a:tc>
                  <a:txBody>
                    <a:bodyPr/>
                    <a:lstStyle/>
                    <a:p>
                      <a:endParaRPr lang="en-AU" sz="900" dirty="0"/>
                    </a:p>
                  </a:txBody>
                  <a:tcPr anchor="ctr"/>
                </a:tc>
                <a:extLst>
                  <a:ext uri="{0D108BD9-81ED-4DB2-BD59-A6C34878D82A}">
                    <a16:rowId xmlns:a16="http://schemas.microsoft.com/office/drawing/2014/main" val="2941434279"/>
                  </a:ext>
                </a:extLst>
              </a:tr>
            </a:tbl>
          </a:graphicData>
        </a:graphic>
      </p:graphicFrame>
      <p:sp>
        <p:nvSpPr>
          <p:cNvPr id="4" name="Slide Number Placeholder 3">
            <a:extLst>
              <a:ext uri="{FF2B5EF4-FFF2-40B4-BE49-F238E27FC236}">
                <a16:creationId xmlns:a16="http://schemas.microsoft.com/office/drawing/2014/main" id="{BC7A781D-23EB-818E-5A97-0AD5A23322E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10911F-F04E-7D45-9841-71E6CFD429FE}" type="slidenum">
              <a:rPr kumimoji="0" lang="en-US" sz="800" b="1" i="0" u="none" strike="noStrike" kern="1200" cap="none" spc="0" normalizeH="0" baseline="0" noProof="0" smtClean="0">
                <a:ln>
                  <a:noFill/>
                </a:ln>
                <a:solidFill>
                  <a:srgbClr val="000000"/>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800" b="1"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300051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5E2A1-D9A9-F55C-AA6D-F3E56DCE9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55B25A-8220-7C00-8AFF-B2D1DED6DEA1}"/>
              </a:ext>
            </a:extLst>
          </p:cNvPr>
          <p:cNvSpPr>
            <a:spLocks noGrp="1"/>
          </p:cNvSpPr>
          <p:nvPr>
            <p:ph type="title"/>
          </p:nvPr>
        </p:nvSpPr>
        <p:spPr>
          <a:xfrm>
            <a:off x="623888" y="0"/>
            <a:ext cx="10728325" cy="1065402"/>
          </a:xfrm>
        </p:spPr>
        <p:txBody>
          <a:bodyPr/>
          <a:lstStyle/>
          <a:p>
            <a:r>
              <a:rPr lang="en-US" dirty="0">
                <a:latin typeface="Arial"/>
                <a:cs typeface="Arial"/>
              </a:rPr>
              <a:t>Constraints</a:t>
            </a:r>
            <a:endParaRPr lang="en-US" dirty="0"/>
          </a:p>
        </p:txBody>
      </p:sp>
      <p:sp>
        <p:nvSpPr>
          <p:cNvPr id="4" name="Slide Number Placeholder 3">
            <a:extLst>
              <a:ext uri="{FF2B5EF4-FFF2-40B4-BE49-F238E27FC236}">
                <a16:creationId xmlns:a16="http://schemas.microsoft.com/office/drawing/2014/main" id="{905A8BBF-5CD8-BDA5-EA58-36549FFB81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10911F-F04E-7D45-9841-71E6CFD429FE}" type="slidenum">
              <a:rPr kumimoji="0" lang="en-US" sz="800" b="1" i="0" u="none" strike="noStrike" kern="1200" cap="none" spc="0" normalizeH="0" baseline="0" noProof="0" smtClean="0">
                <a:ln>
                  <a:noFill/>
                </a:ln>
                <a:solidFill>
                  <a:srgbClr val="000000"/>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800" b="1"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endParaRPr>
          </a:p>
        </p:txBody>
      </p:sp>
      <p:sp>
        <p:nvSpPr>
          <p:cNvPr id="3" name="Content Placeholder 2">
            <a:extLst>
              <a:ext uri="{FF2B5EF4-FFF2-40B4-BE49-F238E27FC236}">
                <a16:creationId xmlns:a16="http://schemas.microsoft.com/office/drawing/2014/main" id="{5B964B81-5724-7D25-162E-440E723A01D9}"/>
              </a:ext>
            </a:extLst>
          </p:cNvPr>
          <p:cNvSpPr>
            <a:spLocks noGrp="1"/>
          </p:cNvSpPr>
          <p:nvPr>
            <p:ph idx="1"/>
          </p:nvPr>
        </p:nvSpPr>
        <p:spPr>
          <a:xfrm>
            <a:off x="623888" y="1151164"/>
            <a:ext cx="10726737" cy="4931229"/>
          </a:xfrm>
        </p:spPr>
        <p:txBody>
          <a:bodyPr vert="horz" lIns="72000" tIns="0" rIns="72000" bIns="0" rtlCol="0" anchor="t">
            <a:normAutofit/>
          </a:bodyPr>
          <a:lstStyle/>
          <a:p>
            <a:pPr algn="just">
              <a:lnSpc>
                <a:spcPct val="150000"/>
              </a:lnSpc>
              <a:spcBef>
                <a:spcPts val="1200"/>
              </a:spcBef>
            </a:pPr>
            <a:r>
              <a:rPr lang="en-AU" sz="1200" b="1" dirty="0">
                <a:latin typeface="+mn-lt"/>
                <a:cs typeface="Times New Roman" panose="02020603050405020304" pitchFamily="18" charset="0"/>
              </a:rPr>
              <a:t>Regulatory Compliance: </a:t>
            </a:r>
            <a:r>
              <a:rPr lang="en-AU" sz="1200" dirty="0">
                <a:latin typeface="+mn-lt"/>
                <a:cs typeface="Times New Roman" panose="02020603050405020304" pitchFamily="18" charset="0"/>
              </a:rPr>
              <a:t>Platform must ensure compliance with organizational procurement and safety standards (fixed requirement)</a:t>
            </a:r>
          </a:p>
          <a:p>
            <a:pPr algn="just">
              <a:lnSpc>
                <a:spcPct val="150000"/>
              </a:lnSpc>
              <a:spcBef>
                <a:spcPts val="1200"/>
              </a:spcBef>
            </a:pPr>
            <a:r>
              <a:rPr lang="en-AU" sz="1200" b="1" dirty="0">
                <a:latin typeface="+mn-lt"/>
                <a:cs typeface="Times New Roman" panose="02020603050405020304" pitchFamily="18" charset="0"/>
              </a:rPr>
              <a:t>Human Oversight Requirement: </a:t>
            </a:r>
            <a:r>
              <a:rPr lang="en-AU" sz="1200" dirty="0">
                <a:latin typeface="+mn-lt"/>
                <a:cs typeface="Times New Roman" panose="02020603050405020304" pitchFamily="18" charset="0"/>
              </a:rPr>
              <a:t>Human verification must be retained at key decision points - cannot be fully automated (fixed governance requirement)</a:t>
            </a:r>
          </a:p>
          <a:p>
            <a:pPr algn="just">
              <a:lnSpc>
                <a:spcPct val="150000"/>
              </a:lnSpc>
              <a:spcBef>
                <a:spcPts val="1200"/>
              </a:spcBef>
            </a:pPr>
            <a:r>
              <a:rPr lang="en-AU" sz="1200" b="1" dirty="0">
                <a:latin typeface="+mn-lt"/>
                <a:cs typeface="Times New Roman" panose="02020603050405020304" pitchFamily="18" charset="0"/>
              </a:rPr>
              <a:t>Phased Delivery: </a:t>
            </a:r>
            <a:r>
              <a:rPr lang="en-AU" sz="1200" dirty="0">
                <a:latin typeface="+mn-lt"/>
                <a:cs typeface="Times New Roman" panose="02020603050405020304" pitchFamily="18" charset="0"/>
              </a:rPr>
              <a:t>Must implement in defined phases to manage risk - cannot deploy all capabilities simultaneously (fixed approach)</a:t>
            </a:r>
          </a:p>
          <a:p>
            <a:pPr algn="just">
              <a:lnSpc>
                <a:spcPct val="150000"/>
              </a:lnSpc>
              <a:spcBef>
                <a:spcPts val="1200"/>
              </a:spcBef>
            </a:pPr>
            <a:r>
              <a:rPr lang="en-AU" sz="1200" b="1" dirty="0">
                <a:latin typeface="+mn-lt"/>
                <a:cs typeface="Times New Roman" panose="02020603050405020304" pitchFamily="18" charset="0"/>
              </a:rPr>
              <a:t>Existing Workflow Integration: </a:t>
            </a:r>
            <a:r>
              <a:rPr lang="en-AU" sz="1200" dirty="0">
                <a:latin typeface="+mn-lt"/>
                <a:cs typeface="Times New Roman" panose="02020603050405020304" pitchFamily="18" charset="0"/>
              </a:rPr>
              <a:t>Must work within current supplier management processes without requiring major system overhauls (organizational constraint)</a:t>
            </a:r>
          </a:p>
          <a:p>
            <a:pPr algn="just">
              <a:lnSpc>
                <a:spcPct val="150000"/>
              </a:lnSpc>
              <a:spcBef>
                <a:spcPts val="1200"/>
              </a:spcBef>
            </a:pPr>
            <a:r>
              <a:rPr lang="en-AU" sz="1200" b="1" dirty="0">
                <a:latin typeface="+mn-lt"/>
                <a:cs typeface="Times New Roman" panose="02020603050405020304" pitchFamily="18" charset="0"/>
              </a:rPr>
              <a:t>Audit Trail Requirements: </a:t>
            </a:r>
            <a:r>
              <a:rPr lang="en-AU" sz="1200" dirty="0">
                <a:latin typeface="+mn-lt"/>
                <a:cs typeface="Times New Roman" panose="02020603050405020304" pitchFamily="18" charset="0"/>
              </a:rPr>
              <a:t>Must maintain complete audit trail of all decisions and assessments for regulatory and internal audit (fixed compliance requirement)</a:t>
            </a:r>
          </a:p>
          <a:p>
            <a:pPr algn="just">
              <a:lnSpc>
                <a:spcPct val="150000"/>
              </a:lnSpc>
              <a:spcBef>
                <a:spcPts val="1200"/>
              </a:spcBef>
            </a:pPr>
            <a:r>
              <a:rPr lang="en-AU" sz="1200" b="1" dirty="0">
                <a:latin typeface="+mn-lt"/>
                <a:cs typeface="Times New Roman" panose="02020603050405020304" pitchFamily="18" charset="0"/>
              </a:rPr>
              <a:t>Data Security</a:t>
            </a:r>
            <a:r>
              <a:rPr lang="en-AU" sz="1200" dirty="0">
                <a:latin typeface="+mn-lt"/>
                <a:cs typeface="Times New Roman" panose="02020603050405020304" pitchFamily="18" charset="0"/>
              </a:rPr>
              <a:t>: Must maintain secure repository for all supplier documentation with appropriate access controls (fixed security requirement)</a:t>
            </a:r>
          </a:p>
          <a:p>
            <a:pPr algn="just">
              <a:lnSpc>
                <a:spcPct val="150000"/>
              </a:lnSpc>
              <a:spcBef>
                <a:spcPts val="1200"/>
              </a:spcBef>
            </a:pPr>
            <a:r>
              <a:rPr lang="en-AU" sz="1200" b="1" dirty="0">
                <a:latin typeface="+mn-lt"/>
                <a:cs typeface="Times New Roman" panose="02020603050405020304" pitchFamily="18" charset="0"/>
              </a:rPr>
              <a:t>Supplier Documentation Standards: </a:t>
            </a:r>
            <a:r>
              <a:rPr lang="en-AU" sz="1200" dirty="0">
                <a:latin typeface="+mn-lt"/>
                <a:cs typeface="Times New Roman" panose="02020603050405020304" pitchFamily="18" charset="0"/>
              </a:rPr>
              <a:t>Platform effectiveness dependent on suppliers providing documentation in interpretable formats (external constraint)</a:t>
            </a:r>
            <a:endParaRPr lang="en-US" dirty="0"/>
          </a:p>
        </p:txBody>
      </p:sp>
    </p:spTree>
    <p:extLst>
      <p:ext uri="{BB962C8B-B14F-4D97-AF65-F5344CB8AC3E}">
        <p14:creationId xmlns:p14="http://schemas.microsoft.com/office/powerpoint/2010/main" val="36399558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532BE-3645-F0CA-6058-9554F611C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085265-FC4A-DFD8-4ECC-8CABB0EA2AD9}"/>
              </a:ext>
            </a:extLst>
          </p:cNvPr>
          <p:cNvSpPr>
            <a:spLocks noGrp="1"/>
          </p:cNvSpPr>
          <p:nvPr>
            <p:ph type="title"/>
          </p:nvPr>
        </p:nvSpPr>
        <p:spPr>
          <a:xfrm>
            <a:off x="623888" y="0"/>
            <a:ext cx="10728325" cy="1065402"/>
          </a:xfrm>
        </p:spPr>
        <p:txBody>
          <a:bodyPr/>
          <a:lstStyle/>
          <a:p>
            <a:r>
              <a:rPr lang="en-US" dirty="0">
                <a:solidFill>
                  <a:srgbClr val="CE372F"/>
                </a:solidFill>
                <a:latin typeface="Arial"/>
                <a:cs typeface="Arial"/>
              </a:rPr>
              <a:t>Assumptions</a:t>
            </a:r>
            <a:endParaRPr lang="en-US" dirty="0"/>
          </a:p>
        </p:txBody>
      </p:sp>
      <p:sp>
        <p:nvSpPr>
          <p:cNvPr id="4" name="Slide Number Placeholder 3">
            <a:extLst>
              <a:ext uri="{FF2B5EF4-FFF2-40B4-BE49-F238E27FC236}">
                <a16:creationId xmlns:a16="http://schemas.microsoft.com/office/drawing/2014/main" id="{06526552-33DB-6255-2215-5695A4BA437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10911F-F04E-7D45-9841-71E6CFD429FE}" type="slidenum">
              <a:rPr kumimoji="0" lang="en-US" sz="800" b="1" i="0" u="none" strike="noStrike" kern="1200" cap="none" spc="0" normalizeH="0" baseline="0" noProof="0" smtClean="0">
                <a:ln>
                  <a:noFill/>
                </a:ln>
                <a:solidFill>
                  <a:srgbClr val="000000"/>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800" b="1"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endParaRPr>
          </a:p>
        </p:txBody>
      </p:sp>
      <p:sp>
        <p:nvSpPr>
          <p:cNvPr id="3" name="Content Placeholder 2">
            <a:extLst>
              <a:ext uri="{FF2B5EF4-FFF2-40B4-BE49-F238E27FC236}">
                <a16:creationId xmlns:a16="http://schemas.microsoft.com/office/drawing/2014/main" id="{69027C4C-647A-775A-6585-AB3492B00AAC}"/>
              </a:ext>
            </a:extLst>
          </p:cNvPr>
          <p:cNvSpPr>
            <a:spLocks noGrp="1"/>
          </p:cNvSpPr>
          <p:nvPr>
            <p:ph idx="1"/>
          </p:nvPr>
        </p:nvSpPr>
        <p:spPr>
          <a:xfrm>
            <a:off x="623888" y="1151164"/>
            <a:ext cx="10873698" cy="4931229"/>
          </a:xfrm>
        </p:spPr>
        <p:txBody>
          <a:bodyPr vert="horz" lIns="72000" tIns="0" rIns="72000" bIns="0" rtlCol="0" anchor="t">
            <a:normAutofit/>
          </a:bodyPr>
          <a:lstStyle/>
          <a:p>
            <a:pPr algn="just">
              <a:lnSpc>
                <a:spcPct val="150000"/>
              </a:lnSpc>
              <a:spcBef>
                <a:spcPts val="1200"/>
              </a:spcBef>
            </a:pPr>
            <a:r>
              <a:rPr lang="en-AU" sz="1200" b="1" dirty="0">
                <a:latin typeface="+mn-lt"/>
                <a:cs typeface="Times New Roman" panose="02020603050405020304" pitchFamily="18" charset="0"/>
              </a:rPr>
              <a:t>Budget Availability: </a:t>
            </a:r>
            <a:r>
              <a:rPr lang="en-AU" sz="1200" dirty="0">
                <a:latin typeface="+mn-lt"/>
                <a:cs typeface="Times New Roman" panose="02020603050405020304" pitchFamily="18" charset="0"/>
              </a:rPr>
              <a:t>Funding will be approved and available for all three phases of platform development </a:t>
            </a:r>
          </a:p>
          <a:p>
            <a:pPr algn="just">
              <a:lnSpc>
                <a:spcPct val="150000"/>
              </a:lnSpc>
              <a:spcBef>
                <a:spcPts val="1200"/>
              </a:spcBef>
            </a:pPr>
            <a:r>
              <a:rPr lang="en-AU" sz="1200" b="1" dirty="0">
                <a:latin typeface="+mn-lt"/>
                <a:cs typeface="Times New Roman" panose="02020603050405020304" pitchFamily="18" charset="0"/>
              </a:rPr>
              <a:t>Stakeholder Support: </a:t>
            </a:r>
            <a:r>
              <a:rPr lang="en-AU" sz="1200" dirty="0">
                <a:latin typeface="+mn-lt"/>
                <a:cs typeface="Times New Roman" panose="02020603050405020304" pitchFamily="18" charset="0"/>
              </a:rPr>
              <a:t>Business units and procurement teams will support adoption and provide necessary input during trial period</a:t>
            </a:r>
          </a:p>
          <a:p>
            <a:pPr algn="just">
              <a:lnSpc>
                <a:spcPct val="150000"/>
              </a:lnSpc>
              <a:spcBef>
                <a:spcPts val="1200"/>
              </a:spcBef>
            </a:pPr>
            <a:r>
              <a:rPr lang="en-AU" sz="1200" b="1" dirty="0">
                <a:latin typeface="+mn-lt"/>
                <a:cs typeface="Times New Roman" panose="02020603050405020304" pitchFamily="18" charset="0"/>
              </a:rPr>
              <a:t>AI Technology Maturity: </a:t>
            </a:r>
            <a:r>
              <a:rPr lang="en-AU" sz="1200" dirty="0">
                <a:latin typeface="+mn-lt"/>
                <a:cs typeface="Times New Roman" panose="02020603050405020304" pitchFamily="18" charset="0"/>
              </a:rPr>
              <a:t>Current AI/ML technology is sufficiently mature to deliver required document interpretation and analysis capabilities</a:t>
            </a:r>
          </a:p>
          <a:p>
            <a:pPr algn="just">
              <a:lnSpc>
                <a:spcPct val="150000"/>
              </a:lnSpc>
              <a:spcBef>
                <a:spcPts val="1200"/>
              </a:spcBef>
            </a:pPr>
            <a:r>
              <a:rPr lang="en-AU" sz="1200" b="1" dirty="0">
                <a:latin typeface="+mn-lt"/>
                <a:cs typeface="Times New Roman" panose="02020603050405020304" pitchFamily="18" charset="0"/>
              </a:rPr>
              <a:t>Supplier Cooperation: </a:t>
            </a:r>
            <a:r>
              <a:rPr lang="en-AU" sz="1200" dirty="0">
                <a:latin typeface="+mn-lt"/>
                <a:cs typeface="Times New Roman" panose="02020603050405020304" pitchFamily="18" charset="0"/>
              </a:rPr>
              <a:t>Suppliers will provide documentation in formats that can be processed by the AI platform- </a:t>
            </a:r>
          </a:p>
          <a:p>
            <a:pPr algn="just">
              <a:lnSpc>
                <a:spcPct val="150000"/>
              </a:lnSpc>
              <a:spcBef>
                <a:spcPts val="1200"/>
              </a:spcBef>
            </a:pPr>
            <a:r>
              <a:rPr lang="en-AU" sz="1200" b="1" dirty="0">
                <a:latin typeface="+mn-lt"/>
                <a:cs typeface="Times New Roman" panose="02020603050405020304" pitchFamily="18" charset="0"/>
              </a:rPr>
              <a:t>Resource Availability</a:t>
            </a:r>
            <a:r>
              <a:rPr lang="en-AU" sz="1200" dirty="0">
                <a:latin typeface="+mn-lt"/>
                <a:cs typeface="Times New Roman" panose="02020603050405020304" pitchFamily="18" charset="0"/>
              </a:rPr>
              <a:t>: DTS Project Delivery team has capacity and capability to deliver the platform build- </a:t>
            </a:r>
          </a:p>
          <a:p>
            <a:pPr algn="just">
              <a:lnSpc>
                <a:spcPct val="150000"/>
              </a:lnSpc>
              <a:spcBef>
                <a:spcPts val="1200"/>
              </a:spcBef>
            </a:pPr>
            <a:r>
              <a:rPr lang="en-AU" sz="1200" b="1" dirty="0">
                <a:latin typeface="+mn-lt"/>
                <a:cs typeface="Times New Roman" panose="02020603050405020304" pitchFamily="18" charset="0"/>
              </a:rPr>
              <a:t>Category Requirements Defined: </a:t>
            </a:r>
            <a:r>
              <a:rPr lang="en-AU" sz="1200" dirty="0">
                <a:latin typeface="+mn-lt"/>
                <a:cs typeface="Times New Roman" panose="02020603050405020304" pitchFamily="18" charset="0"/>
              </a:rPr>
              <a:t>MinRes category-specific requirements and safety management standards are documented and stable enough for AI benchmarking.</a:t>
            </a:r>
          </a:p>
          <a:p>
            <a:pPr algn="just">
              <a:lnSpc>
                <a:spcPct val="150000"/>
              </a:lnSpc>
              <a:spcBef>
                <a:spcPts val="1200"/>
              </a:spcBef>
            </a:pPr>
            <a:r>
              <a:rPr lang="en-AU" sz="1200" b="1" dirty="0">
                <a:latin typeface="+mn-lt"/>
                <a:cs typeface="Times New Roman" panose="02020603050405020304" pitchFamily="18" charset="0"/>
              </a:rPr>
              <a:t>Integration Feasibility: </a:t>
            </a:r>
            <a:r>
              <a:rPr lang="en-AU" sz="1200" dirty="0">
                <a:latin typeface="+mn-lt"/>
                <a:cs typeface="Times New Roman" panose="02020603050405020304" pitchFamily="18" charset="0"/>
              </a:rPr>
              <a:t>Existing supplier management systems can support data integration or export capabilities</a:t>
            </a:r>
          </a:p>
          <a:p>
            <a:pPr algn="just">
              <a:lnSpc>
                <a:spcPct val="150000"/>
              </a:lnSpc>
              <a:spcBef>
                <a:spcPts val="1200"/>
              </a:spcBef>
            </a:pPr>
            <a:r>
              <a:rPr lang="en-AU" sz="1200" b="1" dirty="0">
                <a:latin typeface="+mn-lt"/>
                <a:cs typeface="Times New Roman" panose="02020603050405020304" pitchFamily="18" charset="0"/>
              </a:rPr>
              <a:t>Trial Period Success: </a:t>
            </a:r>
            <a:r>
              <a:rPr lang="en-AU" sz="1200" dirty="0">
                <a:latin typeface="+mn-lt"/>
                <a:cs typeface="Times New Roman" panose="02020603050405020304" pitchFamily="18" charset="0"/>
              </a:rPr>
              <a:t>Phase 1 trial will validate AI accuracy and consistency within reasonable timeframes</a:t>
            </a:r>
          </a:p>
          <a:p>
            <a:pPr algn="just">
              <a:lnSpc>
                <a:spcPct val="150000"/>
              </a:lnSpc>
              <a:spcBef>
                <a:spcPts val="1200"/>
              </a:spcBef>
            </a:pPr>
            <a:r>
              <a:rPr lang="en-AU" sz="1200" b="1" dirty="0">
                <a:latin typeface="+mn-lt"/>
                <a:cs typeface="Times New Roman" panose="02020603050405020304" pitchFamily="18" charset="0"/>
              </a:rPr>
              <a:t>Change Management Support: </a:t>
            </a:r>
            <a:r>
              <a:rPr lang="en-AU" sz="1200" dirty="0">
                <a:latin typeface="+mn-lt"/>
                <a:cs typeface="Times New Roman" panose="02020603050405020304" pitchFamily="18" charset="0"/>
              </a:rPr>
              <a:t>Organizational change management resources will be available to support user adoption</a:t>
            </a:r>
          </a:p>
          <a:p>
            <a:pPr algn="just">
              <a:lnSpc>
                <a:spcPct val="150000"/>
              </a:lnSpc>
              <a:spcBef>
                <a:spcPts val="1200"/>
              </a:spcBef>
            </a:pPr>
            <a:r>
              <a:rPr lang="en-AU" sz="1200" b="1" dirty="0">
                <a:latin typeface="+mn-lt"/>
                <a:cs typeface="Times New Roman" panose="02020603050405020304" pitchFamily="18" charset="0"/>
              </a:rPr>
              <a:t>Technical Infrastructure: </a:t>
            </a:r>
            <a:r>
              <a:rPr lang="en-AU" sz="1200" dirty="0">
                <a:latin typeface="+mn-lt"/>
                <a:cs typeface="Times New Roman" panose="02020603050405020304" pitchFamily="18" charset="0"/>
              </a:rPr>
              <a:t>Necessary infrastructure (cloud/compute resources, security frameworks) is available or can be procured</a:t>
            </a:r>
            <a:endParaRPr lang="en-US" dirty="0"/>
          </a:p>
        </p:txBody>
      </p:sp>
    </p:spTree>
    <p:extLst>
      <p:ext uri="{BB962C8B-B14F-4D97-AF65-F5344CB8AC3E}">
        <p14:creationId xmlns:p14="http://schemas.microsoft.com/office/powerpoint/2010/main" val="1854433194"/>
      </p:ext>
    </p:extLst>
  </p:cSld>
  <p:clrMapOvr>
    <a:masterClrMapping/>
  </p:clrMapOvr>
</p:sld>
</file>

<file path=ppt/theme/theme1.xml><?xml version="1.0" encoding="utf-8"?>
<a:theme xmlns:a="http://schemas.openxmlformats.org/drawingml/2006/main" name="Red Theme – Base Template">
  <a:themeElements>
    <a:clrScheme name="Custom 12">
      <a:dk1>
        <a:srgbClr val="000000"/>
      </a:dk1>
      <a:lt1>
        <a:srgbClr val="FFFFFF"/>
      </a:lt1>
      <a:dk2>
        <a:srgbClr val="004650"/>
      </a:dk2>
      <a:lt2>
        <a:srgbClr val="544741"/>
      </a:lt2>
      <a:accent1>
        <a:srgbClr val="CE372F"/>
      </a:accent1>
      <a:accent2>
        <a:srgbClr val="929799"/>
      </a:accent2>
      <a:accent3>
        <a:srgbClr val="E0C09D"/>
      </a:accent3>
      <a:accent4>
        <a:srgbClr val="C37C59"/>
      </a:accent4>
      <a:accent5>
        <a:srgbClr val="998500"/>
      </a:accent5>
      <a:accent6>
        <a:srgbClr val="4B9BA6"/>
      </a:accent6>
      <a:hlink>
        <a:srgbClr val="000000"/>
      </a:hlink>
      <a:folHlink>
        <a:srgbClr val="CE362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D7A24DE4C05F4BBB5C4C56065042C0" ma:contentTypeVersion="19" ma:contentTypeDescription="Create a new document." ma:contentTypeScope="" ma:versionID="81d9f11b086b8c62117fc53c4e8ef64b">
  <xsd:schema xmlns:xsd="http://www.w3.org/2001/XMLSchema" xmlns:xs="http://www.w3.org/2001/XMLSchema" xmlns:p="http://schemas.microsoft.com/office/2006/metadata/properties" xmlns:ns2="6867a6f7-72b6-486d-9d43-34eea5d95a67" xmlns:ns3="1fdedafb-009b-4a9b-aef6-7a2f181107b0" targetNamespace="http://schemas.microsoft.com/office/2006/metadata/properties" ma:root="true" ma:fieldsID="1714a1ccc961b4b4086575ddd354dfe2" ns2:_="" ns3:_="">
    <xsd:import namespace="6867a6f7-72b6-486d-9d43-34eea5d95a67"/>
    <xsd:import namespace="1fdedafb-009b-4a9b-aef6-7a2f181107b0"/>
    <xsd:element name="properties">
      <xsd:complexType>
        <xsd:sequence>
          <xsd:element name="documentManagement">
            <xsd:complexType>
              <xsd:all>
                <xsd:element ref="ns2:SharedWithUsers" minOccurs="0"/>
                <xsd:element ref="ns3:FrameworkStage"/>
                <xsd:element ref="ns3:MediaServiceMetadata" minOccurs="0"/>
                <xsd:element ref="ns3:MediaServiceFastMetadata" minOccurs="0"/>
                <xsd:element ref="ns3:ProjectType" minOccurs="0"/>
                <xsd:element ref="ns2: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67a6f7-72b6-486d-9d43-34eea5d95a67" elementFormDefault="qualified">
    <xsd:import namespace="http://schemas.microsoft.com/office/2006/documentManagement/types"/>
    <xsd:import namespace="http://schemas.microsoft.com/office/infopath/2007/PartnerControls"/>
    <xsd:element name="SharedWithUsers" ma:index="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fdedafb-009b-4a9b-aef6-7a2f181107b0" elementFormDefault="qualified">
    <xsd:import namespace="http://schemas.microsoft.com/office/2006/documentManagement/types"/>
    <xsd:import namespace="http://schemas.microsoft.com/office/infopath/2007/PartnerControls"/>
    <xsd:element name="FrameworkStage" ma:index="9" ma:displayName="Framework Stage" ma:format="Dropdown" ma:internalName="FrameworkStage" ma:readOnly="false">
      <xsd:simpleType>
        <xsd:restriction base="dms:Choice">
          <xsd:enumeration value="1 - Concept"/>
          <xsd:enumeration value="2 - Select"/>
          <xsd:enumeration value="3 - Define"/>
          <xsd:enumeration value="4 - Execute"/>
          <xsd:enumeration value="5 - Operate"/>
          <xsd:enumeration value="Stage Independent"/>
        </xsd:restriction>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ProjectType" ma:index="12" nillable="true" ma:displayName="Project Type" ma:internalName="ProjectType" ma:readOnly="false" ma:requiredMultiChoice="true">
      <xsd:complexType>
        <xsd:complexContent>
          <xsd:extension base="dms:MultiChoice">
            <xsd:sequence>
              <xsd:element name="Value" maxOccurs="unbounded" minOccurs="0" nillable="true">
                <xsd:simpleType>
                  <xsd:restriction base="dms:Choice">
                    <xsd:enumeration value="Major Project"/>
                    <xsd:enumeration value="Minor Works"/>
                  </xsd:restriction>
                </xsd:simpleType>
              </xsd:element>
            </xsd:sequence>
          </xsd:extension>
        </xsd:complexContent>
      </xsd:complex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SearchProperties" ma:index="1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7"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haredWithUsers xmlns="6867a6f7-72b6-486d-9d43-34eea5d95a67">
      <UserInfo>
        <DisplayName>Peter Musca</DisplayName>
        <AccountId>102</AccountId>
        <AccountType/>
      </UserInfo>
    </SharedWithUsers>
    <FrameworkStage xmlns="1fdedafb-009b-4a9b-aef6-7a2f181107b0">1 - Concept</FrameworkStage>
    <ProjectType xmlns="1fdedafb-009b-4a9b-aef6-7a2f181107b0">
      <Value>Major Project</Value>
      <Value>Minor Works</Value>
    </ProjectType>
  </documentManagement>
</p:properties>
</file>

<file path=customXml/itemProps1.xml><?xml version="1.0" encoding="utf-8"?>
<ds:datastoreItem xmlns:ds="http://schemas.openxmlformats.org/officeDocument/2006/customXml" ds:itemID="{8B72B9FA-FCFF-4767-A75C-CDDA57F79E4F}">
  <ds:schemaRefs>
    <ds:schemaRef ds:uri="1fdedafb-009b-4a9b-aef6-7a2f181107b0"/>
    <ds:schemaRef ds:uri="6867a6f7-72b6-486d-9d43-34eea5d95a6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26D5C6E-CABC-46E8-93FA-5FA7D1A43C0B}">
  <ds:schemaRefs>
    <ds:schemaRef ds:uri="http://schemas.microsoft.com/sharepoint/v3/contenttype/forms"/>
  </ds:schemaRefs>
</ds:datastoreItem>
</file>

<file path=customXml/itemProps3.xml><?xml version="1.0" encoding="utf-8"?>
<ds:datastoreItem xmlns:ds="http://schemas.openxmlformats.org/officeDocument/2006/customXml" ds:itemID="{01BE7EFA-F108-4030-9A0C-DF51D60E9A08}">
  <ds:schemaRefs>
    <ds:schemaRef ds:uri="1fdedafb-009b-4a9b-aef6-7a2f181107b0"/>
    <ds:schemaRef ds:uri="518b36bf-9131-465d-9612-031b6847a64f"/>
    <ds:schemaRef ds:uri="598a95bd-d4ad-4394-8ff9-87b7b048e22a"/>
    <ds:schemaRef ds:uri="6867a6f7-72b6-486d-9d43-34eea5d95a67"/>
    <ds:schemaRef ds:uri="8c19605f-4ac3-489f-94cd-351bb46b7a0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30</TotalTime>
  <Words>1012</Words>
  <Application>Microsoft Office PowerPoint</Application>
  <PresentationFormat>Widescreen</PresentationFormat>
  <Paragraphs>97</Paragraphs>
  <Slides>9</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Red Theme – Base Template</vt:lpstr>
      <vt:lpstr>PowerPoint Presentation</vt:lpstr>
      <vt:lpstr>Business Context</vt:lpstr>
      <vt:lpstr>Business Problem (“however..”)</vt:lpstr>
      <vt:lpstr>Options/solutions (therefore..)</vt:lpstr>
      <vt:lpstr>High-level scope</vt:lpstr>
      <vt:lpstr>Business Benefits / Value</vt:lpstr>
      <vt:lpstr>Risks</vt:lpstr>
      <vt:lpstr>Constraints</vt:lpstr>
      <vt:lpstr>Assumptions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Sponsor Brief</dc:title>
  <dc:creator>Beth Ierino</dc:creator>
  <cp:lastModifiedBy>Chris Pavlinovich</cp:lastModifiedBy>
  <cp:revision>4</cp:revision>
  <dcterms:created xsi:type="dcterms:W3CDTF">2021-05-07T01:10:19Z</dcterms:created>
  <dcterms:modified xsi:type="dcterms:W3CDTF">2026-06-22T03:45:26Z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0x010100F2D7A24DE4C05F4BBB5C4C56065042C0</vt:lpwstr>
  </property>
  <property fmtid="{D5CDD505-2E9C-101B-9397-08002B2CF9AE}" pid="3" name="Areas">
    <vt:lpwstr/>
  </property>
  <property fmtid="{D5CDD505-2E9C-101B-9397-08002B2CF9AE}" pid="4" name="Discipline Type">
    <vt:lpwstr>292;#Document Control|7cbfaafb-b00d-47bb-94f4-f6886ed6f263</vt:lpwstr>
  </property>
  <property fmtid="{D5CDD505-2E9C-101B-9397-08002B2CF9AE}" pid="5" name="Current Status">
    <vt:lpwstr>36;#Approved for Use|2ba82095-f138-42c7-a288-f7e07650d792</vt:lpwstr>
  </property>
  <property fmtid="{D5CDD505-2E9C-101B-9397-08002B2CF9AE}" pid="6" name="Companies">
    <vt:lpwstr>113;#Mineral Resources Limited|fd56a282-d48f-4282-9df5-162198279863</vt:lpwstr>
  </property>
  <property fmtid="{D5CDD505-2E9C-101B-9397-08002B2CF9AE}" pid="7" name="Sub-Category">
    <vt:lpwstr/>
  </property>
  <property fmtid="{D5CDD505-2E9C-101B-9397-08002B2CF9AE}" pid="8" name="Operations">
    <vt:lpwstr>101;#All|2cdd3c39-224f-4dd1-951f-e86ff6447c4d</vt:lpwstr>
  </property>
  <property fmtid="{D5CDD505-2E9C-101B-9397-08002B2CF9AE}" pid="9" name="Organizational Unit">
    <vt:lpwstr>134;#Document Control|2c59b3c4-ca84-4977-8cfd-5a89d20368f3</vt:lpwstr>
  </property>
  <property fmtid="{D5CDD505-2E9C-101B-9397-08002B2CF9AE}" pid="10" name="Document Type">
    <vt:lpwstr>151;#Template|a20a7ce8-f402-4eff-9cff-6d7a4b6e3bac</vt:lpwstr>
  </property>
  <property fmtid="{D5CDD505-2E9C-101B-9397-08002B2CF9AE}" pid="11" name="MediaServiceImageTags">
    <vt:lpwstr/>
  </property>
  <property fmtid="{D5CDD505-2E9C-101B-9397-08002B2CF9AE}" pid="12" name="Project Type">
    <vt:lpwstr>;#Major Project;#</vt:lpwstr>
  </property>
  <property fmtid="{D5CDD505-2E9C-101B-9397-08002B2CF9AE}" pid="13" name="Framework Stage">
    <vt:lpwstr>1 - Concept</vt:lpwstr>
  </property>
</Properties>
</file>